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762120" y="2687400"/>
            <a:ext cx="6837480" cy="727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4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AULA 2 — DECOMPOSIÇÃO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3682800"/>
            <a:ext cx="6880320" cy="38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22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REFORÇO · FUNDAMENTOS · DA TAREFA AO CÓDIGO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761760" y="173340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61920" y="1689840"/>
            <a:ext cx="333792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Objetivos da Aula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62120" y="2432160"/>
            <a:ext cx="34545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Ao final, você deve ser capaz de: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90520" y="3040200"/>
            <a:ext cx="10209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Decompor um enunciado identificando entrada, saída e ao menos 2 exemplos concretos antes de codificar.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52560" y="3029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90520" y="3459600"/>
            <a:ext cx="9110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Representar os dados do problema escolhendo o tipo/estrutura adequada (valor vs. referência).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952560" y="344844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190520" y="3878640"/>
            <a:ext cx="7216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Listar, em linguagem natural e em ordem, os passos da entrada até a saída.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952560" y="386748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90520" y="4297680"/>
            <a:ext cx="7646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Traduzir cada passo em instrução e verificar o resultado por rastreio, sem rodar.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52560" y="428688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90520" y="4716720"/>
            <a:ext cx="7339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Aplicar o procedimento completo, de forma autônoma, a um problema novo.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52560" y="47059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/>
          <p:cNvSpPr/>
          <p:nvPr/>
        </p:nvSpPr>
        <p:spPr>
          <a:xfrm>
            <a:off x="761760" y="214308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961920" y="2099160"/>
            <a:ext cx="333000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 passo que falta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62120" y="2841840"/>
            <a:ext cx="55684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Vocês não travam na sintaxe — travam em começar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62120" y="3449880"/>
            <a:ext cx="5877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Na Aula 1 vimos como a máquina executa, guarda e escalona.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62120" y="3926160"/>
            <a:ext cx="8188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Mas falta o momento que mais trava: pegar um enunciado e saber por onde começar.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62120" y="4402440"/>
            <a:ext cx="8220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Hoje isso vira um procedimento: do "me pediram X" até "aqui está o código que faz X".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/>
          <p:nvPr/>
        </p:nvSpPr>
        <p:spPr>
          <a:xfrm>
            <a:off x="761760" y="1733400"/>
            <a:ext cx="57600" cy="638640"/>
          </a:xfrm>
          <a:custGeom>
            <a:avLst/>
            <a:gdLst/>
            <a:ahLst/>
            <a:rect l="0" t="0" r="r" b="b"/>
            <a:pathLst>
              <a:path w="160" h="1774">
                <a:moveTo>
                  <a:pt x="0" y="0"/>
                </a:moveTo>
                <a:lnTo>
                  <a:pt x="160" y="0"/>
                </a:lnTo>
                <a:lnTo>
                  <a:pt x="16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66440" y="3043080"/>
            <a:ext cx="10658880" cy="2076840"/>
          </a:xfrm>
          <a:custGeom>
            <a:avLst/>
            <a:gdLst/>
            <a:ahLst/>
            <a:rect l="0" t="0" r="r" b="b"/>
            <a:pathLst>
              <a:path w="29608" h="5769">
                <a:moveTo>
                  <a:pt x="0" y="5570"/>
                </a:moveTo>
                <a:lnTo>
                  <a:pt x="0" y="199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1"/>
                  <a:pt x="29449" y="4"/>
                </a:cubicBezTo>
                <a:cubicBezTo>
                  <a:pt x="29461" y="6"/>
                  <a:pt x="29474" y="10"/>
                  <a:pt x="29486" y="15"/>
                </a:cubicBezTo>
                <a:cubicBezTo>
                  <a:pt x="29498" y="20"/>
                  <a:pt x="29509" y="26"/>
                  <a:pt x="29520" y="33"/>
                </a:cubicBezTo>
                <a:cubicBezTo>
                  <a:pt x="29531" y="41"/>
                  <a:pt x="29541" y="49"/>
                  <a:pt x="29550" y="58"/>
                </a:cubicBezTo>
                <a:cubicBezTo>
                  <a:pt x="29559" y="67"/>
                  <a:pt x="29568" y="77"/>
                  <a:pt x="29575" y="88"/>
                </a:cubicBezTo>
                <a:cubicBezTo>
                  <a:pt x="29582" y="99"/>
                  <a:pt x="29588" y="110"/>
                  <a:pt x="29593" y="122"/>
                </a:cubicBezTo>
                <a:cubicBezTo>
                  <a:pt x="29598" y="134"/>
                  <a:pt x="29602" y="147"/>
                  <a:pt x="29604" y="160"/>
                </a:cubicBezTo>
                <a:cubicBezTo>
                  <a:pt x="29607" y="172"/>
                  <a:pt x="29608" y="185"/>
                  <a:pt x="29608" y="199"/>
                </a:cubicBezTo>
                <a:lnTo>
                  <a:pt x="29608" y="5570"/>
                </a:lnTo>
                <a:cubicBezTo>
                  <a:pt x="29608" y="5583"/>
                  <a:pt x="29607" y="5596"/>
                  <a:pt x="29604" y="5609"/>
                </a:cubicBezTo>
                <a:cubicBezTo>
                  <a:pt x="29602" y="5622"/>
                  <a:pt x="29598" y="5634"/>
                  <a:pt x="29593" y="5646"/>
                </a:cubicBezTo>
                <a:cubicBezTo>
                  <a:pt x="29588" y="5658"/>
                  <a:pt x="29582" y="5670"/>
                  <a:pt x="29575" y="5681"/>
                </a:cubicBezTo>
                <a:cubicBezTo>
                  <a:pt x="29568" y="5691"/>
                  <a:pt x="29559" y="5702"/>
                  <a:pt x="29550" y="5711"/>
                </a:cubicBezTo>
                <a:cubicBezTo>
                  <a:pt x="29541" y="5720"/>
                  <a:pt x="29531" y="5728"/>
                  <a:pt x="29520" y="5735"/>
                </a:cubicBezTo>
                <a:cubicBezTo>
                  <a:pt x="29509" y="5743"/>
                  <a:pt x="29498" y="5749"/>
                  <a:pt x="29486" y="5754"/>
                </a:cubicBezTo>
                <a:cubicBezTo>
                  <a:pt x="29474" y="5759"/>
                  <a:pt x="29461" y="5762"/>
                  <a:pt x="29449" y="5765"/>
                </a:cubicBezTo>
                <a:cubicBezTo>
                  <a:pt x="29436" y="5768"/>
                  <a:pt x="29423" y="5769"/>
                  <a:pt x="29410" y="5769"/>
                </a:cubicBezTo>
                <a:lnTo>
                  <a:pt x="199" y="5769"/>
                </a:lnTo>
                <a:cubicBezTo>
                  <a:pt x="186" y="5769"/>
                  <a:pt x="173" y="5768"/>
                  <a:pt x="160" y="5765"/>
                </a:cubicBezTo>
                <a:cubicBezTo>
                  <a:pt x="147" y="5762"/>
                  <a:pt x="135" y="5759"/>
                  <a:pt x="123" y="5754"/>
                </a:cubicBezTo>
                <a:cubicBezTo>
                  <a:pt x="111" y="5749"/>
                  <a:pt x="99" y="5743"/>
                  <a:pt x="89" y="5735"/>
                </a:cubicBezTo>
                <a:cubicBezTo>
                  <a:pt x="78" y="5728"/>
                  <a:pt x="68" y="5720"/>
                  <a:pt x="59" y="5711"/>
                </a:cubicBezTo>
                <a:cubicBezTo>
                  <a:pt x="49" y="5702"/>
                  <a:pt x="41" y="5691"/>
                  <a:pt x="34" y="5681"/>
                </a:cubicBezTo>
                <a:cubicBezTo>
                  <a:pt x="27" y="5670"/>
                  <a:pt x="20" y="5658"/>
                  <a:pt x="16" y="5646"/>
                </a:cubicBezTo>
                <a:cubicBezTo>
                  <a:pt x="11" y="5634"/>
                  <a:pt x="7" y="5622"/>
                  <a:pt x="4" y="5609"/>
                </a:cubicBezTo>
                <a:cubicBezTo>
                  <a:pt x="2" y="5596"/>
                  <a:pt x="0" y="5583"/>
                  <a:pt x="0" y="5570"/>
                </a:cubicBez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766440" y="3043080"/>
            <a:ext cx="10658880" cy="2076840"/>
          </a:xfrm>
          <a:custGeom>
            <a:avLst/>
            <a:gdLst/>
            <a:ahLst/>
            <a:rect l="0" t="0" r="r" b="b"/>
            <a:pathLst>
              <a:path w="29608" h="5769">
                <a:moveTo>
                  <a:pt x="0" y="5570"/>
                </a:moveTo>
                <a:lnTo>
                  <a:pt x="0" y="199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1"/>
                  <a:pt x="29449" y="4"/>
                </a:cubicBezTo>
                <a:cubicBezTo>
                  <a:pt x="29461" y="6"/>
                  <a:pt x="29474" y="10"/>
                  <a:pt x="29486" y="15"/>
                </a:cubicBezTo>
                <a:cubicBezTo>
                  <a:pt x="29498" y="20"/>
                  <a:pt x="29509" y="26"/>
                  <a:pt x="29520" y="33"/>
                </a:cubicBezTo>
                <a:cubicBezTo>
                  <a:pt x="29531" y="41"/>
                  <a:pt x="29541" y="49"/>
                  <a:pt x="29550" y="58"/>
                </a:cubicBezTo>
                <a:cubicBezTo>
                  <a:pt x="29559" y="67"/>
                  <a:pt x="29568" y="77"/>
                  <a:pt x="29575" y="88"/>
                </a:cubicBezTo>
                <a:cubicBezTo>
                  <a:pt x="29582" y="99"/>
                  <a:pt x="29588" y="110"/>
                  <a:pt x="29593" y="122"/>
                </a:cubicBezTo>
                <a:cubicBezTo>
                  <a:pt x="29598" y="134"/>
                  <a:pt x="29602" y="147"/>
                  <a:pt x="29604" y="160"/>
                </a:cubicBezTo>
                <a:cubicBezTo>
                  <a:pt x="29607" y="172"/>
                  <a:pt x="29608" y="185"/>
                  <a:pt x="29608" y="199"/>
                </a:cubicBezTo>
                <a:lnTo>
                  <a:pt x="29608" y="5570"/>
                </a:lnTo>
                <a:cubicBezTo>
                  <a:pt x="29608" y="5583"/>
                  <a:pt x="29607" y="5596"/>
                  <a:pt x="29604" y="5609"/>
                </a:cubicBezTo>
                <a:cubicBezTo>
                  <a:pt x="29602" y="5622"/>
                  <a:pt x="29598" y="5634"/>
                  <a:pt x="29593" y="5646"/>
                </a:cubicBezTo>
                <a:cubicBezTo>
                  <a:pt x="29588" y="5658"/>
                  <a:pt x="29582" y="5670"/>
                  <a:pt x="29575" y="5681"/>
                </a:cubicBezTo>
                <a:cubicBezTo>
                  <a:pt x="29568" y="5691"/>
                  <a:pt x="29559" y="5702"/>
                  <a:pt x="29550" y="5711"/>
                </a:cubicBezTo>
                <a:cubicBezTo>
                  <a:pt x="29541" y="5720"/>
                  <a:pt x="29531" y="5728"/>
                  <a:pt x="29520" y="5735"/>
                </a:cubicBezTo>
                <a:cubicBezTo>
                  <a:pt x="29509" y="5743"/>
                  <a:pt x="29498" y="5749"/>
                  <a:pt x="29486" y="5754"/>
                </a:cubicBezTo>
                <a:cubicBezTo>
                  <a:pt x="29474" y="5759"/>
                  <a:pt x="29461" y="5762"/>
                  <a:pt x="29449" y="5765"/>
                </a:cubicBezTo>
                <a:cubicBezTo>
                  <a:pt x="29436" y="5768"/>
                  <a:pt x="29423" y="5769"/>
                  <a:pt x="29410" y="5769"/>
                </a:cubicBezTo>
                <a:lnTo>
                  <a:pt x="199" y="5769"/>
                </a:lnTo>
                <a:cubicBezTo>
                  <a:pt x="186" y="5769"/>
                  <a:pt x="173" y="5768"/>
                  <a:pt x="160" y="5765"/>
                </a:cubicBezTo>
                <a:cubicBezTo>
                  <a:pt x="147" y="5762"/>
                  <a:pt x="135" y="5759"/>
                  <a:pt x="123" y="5754"/>
                </a:cubicBezTo>
                <a:cubicBezTo>
                  <a:pt x="111" y="5749"/>
                  <a:pt x="99" y="5743"/>
                  <a:pt x="89" y="5735"/>
                </a:cubicBezTo>
                <a:cubicBezTo>
                  <a:pt x="78" y="5728"/>
                  <a:pt x="68" y="5720"/>
                  <a:pt x="59" y="5711"/>
                </a:cubicBezTo>
                <a:cubicBezTo>
                  <a:pt x="49" y="5702"/>
                  <a:pt x="41" y="5691"/>
                  <a:pt x="34" y="5681"/>
                </a:cubicBezTo>
                <a:cubicBezTo>
                  <a:pt x="27" y="5670"/>
                  <a:pt x="20" y="5658"/>
                  <a:pt x="16" y="5646"/>
                </a:cubicBezTo>
                <a:cubicBezTo>
                  <a:pt x="11" y="5634"/>
                  <a:pt x="7" y="5622"/>
                  <a:pt x="4" y="5609"/>
                </a:cubicBezTo>
                <a:cubicBezTo>
                  <a:pt x="2" y="5596"/>
                  <a:pt x="0" y="5583"/>
                  <a:pt x="0" y="5570"/>
                </a:cubicBezTo>
                <a:close/>
              </a:path>
            </a:pathLst>
          </a:custGeom>
          <a:noFill/>
          <a:ln w="9360">
            <a:solidFill>
              <a:srgbClr val="78c04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61920" y="1689840"/>
            <a:ext cx="500616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 Mapa de Decomposição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62120" y="2441520"/>
            <a:ext cx="24886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Seis campos, na ordem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61920" y="3197160"/>
            <a:ext cx="761328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 ENTENDER   entrada = ? · saída = ? · exemplos: (entrada 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NotoSansMono"/>
                <a:ea typeface="NotoSansMono"/>
              </a:rPr>
              <a:t>→ 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saída) x2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61920" y="3473280"/>
            <a:ext cx="790164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2. DADOS      o que preciso GUARDAR e como? (tipo; valor vs. referência)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61920" y="3759120"/>
            <a:ext cx="699084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3. PASSOS     a sequência, em português, da entrada até a saída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61920" y="4035240"/>
            <a:ext cx="596952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4. CÓDIGO     cada passo do campo 3 vira 1+ instrução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61920" y="4311360"/>
            <a:ext cx="804060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5. RASTREIO   tabela de estado com 1 exemplo, conferindo passo a passo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61920" y="4597200"/>
            <a:ext cx="685044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6. CONFERIR   rodar e comparar com os exemplos do campo 1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761760" y="143820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771480" y="2266920"/>
            <a:ext cx="1495800" cy="447840"/>
          </a:xfrm>
          <a:custGeom>
            <a:avLst/>
            <a:gdLst/>
            <a:ahLst/>
            <a:rect l="0" t="0" r="r" b="b"/>
            <a:pathLst>
              <a:path w="4155" h="1244">
                <a:moveTo>
                  <a:pt x="0" y="0"/>
                </a:moveTo>
                <a:lnTo>
                  <a:pt x="4155" y="0"/>
                </a:lnTo>
                <a:lnTo>
                  <a:pt x="4155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266920" y="2266920"/>
            <a:ext cx="3848400" cy="447840"/>
          </a:xfrm>
          <a:custGeom>
            <a:avLst/>
            <a:gdLst/>
            <a:ahLst/>
            <a:rect l="0" t="0" r="r" b="b"/>
            <a:pathLst>
              <a:path w="10690" h="1244">
                <a:moveTo>
                  <a:pt x="0" y="0"/>
                </a:moveTo>
                <a:lnTo>
                  <a:pt x="10690" y="0"/>
                </a:lnTo>
                <a:lnTo>
                  <a:pt x="1069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114960" y="2266920"/>
            <a:ext cx="3029040" cy="447840"/>
          </a:xfrm>
          <a:custGeom>
            <a:avLst/>
            <a:gdLst/>
            <a:ahLst/>
            <a:rect l="0" t="0" r="r" b="b"/>
            <a:pathLst>
              <a:path w="8414" h="1244">
                <a:moveTo>
                  <a:pt x="0" y="0"/>
                </a:moveTo>
                <a:lnTo>
                  <a:pt x="8414" y="0"/>
                </a:lnTo>
                <a:lnTo>
                  <a:pt x="84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71480" y="3171600"/>
            <a:ext cx="1495800" cy="448200"/>
          </a:xfrm>
          <a:custGeom>
            <a:avLst/>
            <a:gdLst/>
            <a:ahLst/>
            <a:rect l="0" t="0" r="r" b="b"/>
            <a:pathLst>
              <a:path w="4155" h="1245">
                <a:moveTo>
                  <a:pt x="0" y="0"/>
                </a:moveTo>
                <a:lnTo>
                  <a:pt x="4155" y="0"/>
                </a:lnTo>
                <a:lnTo>
                  <a:pt x="4155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266920" y="3171600"/>
            <a:ext cx="3848400" cy="448200"/>
          </a:xfrm>
          <a:custGeom>
            <a:avLst/>
            <a:gdLst/>
            <a:ahLst/>
            <a:rect l="0" t="0" r="r" b="b"/>
            <a:pathLst>
              <a:path w="10690" h="1245">
                <a:moveTo>
                  <a:pt x="0" y="0"/>
                </a:moveTo>
                <a:lnTo>
                  <a:pt x="10690" y="0"/>
                </a:lnTo>
                <a:lnTo>
                  <a:pt x="106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114960" y="3171600"/>
            <a:ext cx="3029040" cy="448200"/>
          </a:xfrm>
          <a:custGeom>
            <a:avLst/>
            <a:gdLst/>
            <a:ahLst/>
            <a:rect l="0" t="0" r="r" b="b"/>
            <a:pathLst>
              <a:path w="8414" h="1245">
                <a:moveTo>
                  <a:pt x="0" y="0"/>
                </a:moveTo>
                <a:lnTo>
                  <a:pt x="8414" y="0"/>
                </a:lnTo>
                <a:lnTo>
                  <a:pt x="84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71480" y="4066920"/>
            <a:ext cx="1495800" cy="448200"/>
          </a:xfrm>
          <a:custGeom>
            <a:avLst/>
            <a:gdLst/>
            <a:ahLst/>
            <a:rect l="0" t="0" r="r" b="b"/>
            <a:pathLst>
              <a:path w="4155" h="1245">
                <a:moveTo>
                  <a:pt x="0" y="0"/>
                </a:moveTo>
                <a:lnTo>
                  <a:pt x="4155" y="0"/>
                </a:lnTo>
                <a:lnTo>
                  <a:pt x="4155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266920" y="4066920"/>
            <a:ext cx="3848400" cy="448200"/>
          </a:xfrm>
          <a:custGeom>
            <a:avLst/>
            <a:gdLst/>
            <a:ahLst/>
            <a:rect l="0" t="0" r="r" b="b"/>
            <a:pathLst>
              <a:path w="10690" h="1245">
                <a:moveTo>
                  <a:pt x="0" y="0"/>
                </a:moveTo>
                <a:lnTo>
                  <a:pt x="10690" y="0"/>
                </a:lnTo>
                <a:lnTo>
                  <a:pt x="106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114960" y="4066920"/>
            <a:ext cx="3029040" cy="448200"/>
          </a:xfrm>
          <a:custGeom>
            <a:avLst/>
            <a:gdLst/>
            <a:ahLst/>
            <a:rect l="0" t="0" r="r" b="b"/>
            <a:pathLst>
              <a:path w="8414" h="1245">
                <a:moveTo>
                  <a:pt x="0" y="0"/>
                </a:moveTo>
                <a:lnTo>
                  <a:pt x="8414" y="0"/>
                </a:lnTo>
                <a:lnTo>
                  <a:pt x="84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71480" y="4962240"/>
            <a:ext cx="1495800" cy="457560"/>
          </a:xfrm>
          <a:custGeom>
            <a:avLst/>
            <a:gdLst/>
            <a:ahLst/>
            <a:rect l="0" t="0" r="r" b="b"/>
            <a:pathLst>
              <a:path w="4155" h="1271">
                <a:moveTo>
                  <a:pt x="0" y="0"/>
                </a:moveTo>
                <a:lnTo>
                  <a:pt x="4155" y="0"/>
                </a:lnTo>
                <a:lnTo>
                  <a:pt x="4155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266920" y="4962240"/>
            <a:ext cx="3848400" cy="457560"/>
          </a:xfrm>
          <a:custGeom>
            <a:avLst/>
            <a:gdLst/>
            <a:ahLst/>
            <a:rect l="0" t="0" r="r" b="b"/>
            <a:pathLst>
              <a:path w="10690" h="1271">
                <a:moveTo>
                  <a:pt x="0" y="0"/>
                </a:moveTo>
                <a:lnTo>
                  <a:pt x="10690" y="0"/>
                </a:lnTo>
                <a:lnTo>
                  <a:pt x="1069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14960" y="4962240"/>
            <a:ext cx="3029040" cy="457560"/>
          </a:xfrm>
          <a:custGeom>
            <a:avLst/>
            <a:gdLst/>
            <a:ahLst/>
            <a:rect l="0" t="0" r="r" b="b"/>
            <a:pathLst>
              <a:path w="8414" h="1271">
                <a:moveTo>
                  <a:pt x="0" y="0"/>
                </a:moveTo>
                <a:lnTo>
                  <a:pt x="8414" y="0"/>
                </a:lnTo>
                <a:lnTo>
                  <a:pt x="841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61760" y="22572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761760" y="225720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257200" y="22572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266920" y="225720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114960" y="22572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24320" y="225720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9134280" y="22572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761760" y="2705040"/>
            <a:ext cx="1505520" cy="19800"/>
          </a:xfrm>
          <a:custGeom>
            <a:avLst/>
            <a:gdLst/>
            <a:ahLst/>
            <a:rect l="0" t="0" r="r" b="b"/>
            <a:pathLst>
              <a:path w="4182" h="55">
                <a:moveTo>
                  <a:pt x="0" y="0"/>
                </a:moveTo>
                <a:lnTo>
                  <a:pt x="4182" y="0"/>
                </a:lnTo>
                <a:lnTo>
                  <a:pt x="4182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266920" y="2705040"/>
            <a:ext cx="3857760" cy="19800"/>
          </a:xfrm>
          <a:custGeom>
            <a:avLst/>
            <a:gdLst/>
            <a:ahLst/>
            <a:rect l="0" t="0" r="r" b="b"/>
            <a:pathLst>
              <a:path w="10716" h="55">
                <a:moveTo>
                  <a:pt x="0" y="0"/>
                </a:moveTo>
                <a:lnTo>
                  <a:pt x="10716" y="0"/>
                </a:lnTo>
                <a:lnTo>
                  <a:pt x="10716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124320" y="2705040"/>
            <a:ext cx="3019680" cy="19800"/>
          </a:xfrm>
          <a:custGeom>
            <a:avLst/>
            <a:gdLst/>
            <a:ahLst/>
            <a:rect l="0" t="0" r="r" b="b"/>
            <a:pathLst>
              <a:path w="8388" h="55">
                <a:moveTo>
                  <a:pt x="0" y="0"/>
                </a:moveTo>
                <a:lnTo>
                  <a:pt x="8388" y="0"/>
                </a:lnTo>
                <a:lnTo>
                  <a:pt x="8388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761760" y="272412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257200" y="272412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114960" y="272412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9134280" y="272412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61760" y="317160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761760" y="316224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257200" y="317160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266920" y="316224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114960" y="317160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124320" y="316224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134280" y="317160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61760" y="36288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61760" y="361944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257200" y="36288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266920" y="361944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114960" y="36288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124320" y="361944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134280" y="36288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61760" y="40766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61760" y="406692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257200" y="40766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2266920" y="406692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114960" y="40766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124320" y="406692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134280" y="40766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61760" y="45241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61760" y="451476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257200" y="45241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266920" y="451476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114960" y="45241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124320" y="451476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9134280" y="45241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61760" y="49719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61760" y="496224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257200" y="49719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266920" y="496224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114960" y="49719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124320" y="496224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9134280" y="49719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61760" y="541008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266920" y="541008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124320" y="541008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961920" y="1394280"/>
            <a:ext cx="47746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Cada campo usa a Aula 1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95320" y="2335680"/>
            <a:ext cx="679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393280" y="2335680"/>
            <a:ext cx="907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O que faz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244920" y="2335680"/>
            <a:ext cx="1359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Vem da Aula 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95320" y="2792880"/>
            <a:ext cx="1256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 ENTENDER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393280" y="2792880"/>
            <a:ext cx="3446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entrada/saída concretas + exemplos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244920" y="2792880"/>
            <a:ext cx="2438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"entender" antes de fazer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895320" y="3240360"/>
            <a:ext cx="918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2. DADOS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393280" y="3240360"/>
            <a:ext cx="2114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 que guardar e como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244920" y="3240360"/>
            <a:ext cx="2972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Memória — valor vs. referência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95320" y="3697560"/>
            <a:ext cx="968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3. PASSOS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393280" y="3697560"/>
            <a:ext cx="3314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 receita em português, em ordem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244920" y="3697560"/>
            <a:ext cx="2786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Execução — uma de cada vez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95320" y="4145400"/>
            <a:ext cx="1032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4. CÓDIGO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393280" y="4145400"/>
            <a:ext cx="3026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traduz cada passo em instrução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244920" y="4145400"/>
            <a:ext cx="2273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refinamento por passos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895320" y="4592880"/>
            <a:ext cx="1168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5. RASTREIO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393280" y="4592880"/>
            <a:ext cx="3835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confere por tabela de estado, sem rodar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244920" y="4592880"/>
            <a:ext cx="1585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rastreio da trilha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95320" y="5040720"/>
            <a:ext cx="1202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6. CONFERIR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393280" y="5040720"/>
            <a:ext cx="3016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roda e compara com o campo 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244920" y="5040720"/>
            <a:ext cx="67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prever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856200" y="50738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059600" y="5040720"/>
            <a:ext cx="634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rodar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637040" y="50738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840080" y="5040720"/>
            <a:ext cx="802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conferir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5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761760" y="2428560"/>
            <a:ext cx="57600" cy="629280"/>
          </a:xfrm>
          <a:custGeom>
            <a:avLst/>
            <a:gdLst/>
            <a:ahLst/>
            <a:rect l="0" t="0" r="r" b="b"/>
            <a:pathLst>
              <a:path w="160" h="1748">
                <a:moveTo>
                  <a:pt x="0" y="0"/>
                </a:moveTo>
                <a:lnTo>
                  <a:pt x="160" y="0"/>
                </a:lnTo>
                <a:lnTo>
                  <a:pt x="16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961920" y="2385000"/>
            <a:ext cx="45856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 mensagem desta aula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62120" y="3164040"/>
            <a:ext cx="2769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Escrever código é o campo 4.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62120" y="3640320"/>
            <a:ext cx="6713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 o campo 4 é o mais fácil — quando os campos 1, 2 e 3 já estão feitos.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62120" y="4116600"/>
            <a:ext cx="10026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Quem trava é quem pula direto para o código, sem ter entendido, escolhido os dados e listado os passos.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761760" y="140004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61760" y="5133960"/>
            <a:ext cx="66960" cy="324000"/>
          </a:xfrm>
          <a:custGeom>
            <a:avLst/>
            <a:gdLst/>
            <a:ahLst/>
            <a:rect l="0" t="0" r="r" b="b"/>
            <a:pathLst>
              <a:path w="186" h="900">
                <a:moveTo>
                  <a:pt x="0" y="0"/>
                </a:moveTo>
                <a:lnTo>
                  <a:pt x="186" y="0"/>
                </a:lnTo>
                <a:lnTo>
                  <a:pt x="18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61920" y="1356480"/>
            <a:ext cx="463284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 — o enunciado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62120" y="2098800"/>
            <a:ext cx="6535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"Dada uma frase, conte quantas vezes cada palavra aparece"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62120" y="2670120"/>
            <a:ext cx="25182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 1 — ENTENDER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04840" y="5145480"/>
            <a:ext cx="7569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Decidir o formato da saída antes de escrever código já tira metade do bloqueio.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543040" y="3105000"/>
            <a:ext cx="590760" cy="276480"/>
          </a:xfrm>
          <a:custGeom>
            <a:avLst/>
            <a:gdLst/>
            <a:ahLst/>
            <a:rect l="0" t="0" r="r" b="b"/>
            <a:pathLst>
              <a:path w="1641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83" y="0"/>
                </a:lnTo>
                <a:cubicBezTo>
                  <a:pt x="1493" y="0"/>
                  <a:pt x="1503" y="1"/>
                  <a:pt x="1514" y="3"/>
                </a:cubicBezTo>
                <a:cubicBezTo>
                  <a:pt x="1524" y="5"/>
                  <a:pt x="1534" y="8"/>
                  <a:pt x="1543" y="12"/>
                </a:cubicBezTo>
                <a:cubicBezTo>
                  <a:pt x="1553" y="16"/>
                  <a:pt x="1562" y="21"/>
                  <a:pt x="1571" y="27"/>
                </a:cubicBezTo>
                <a:cubicBezTo>
                  <a:pt x="1579" y="32"/>
                  <a:pt x="1587" y="39"/>
                  <a:pt x="1595" y="46"/>
                </a:cubicBezTo>
                <a:cubicBezTo>
                  <a:pt x="1602" y="54"/>
                  <a:pt x="1609" y="62"/>
                  <a:pt x="1615" y="70"/>
                </a:cubicBezTo>
                <a:cubicBezTo>
                  <a:pt x="1620" y="79"/>
                  <a:pt x="1625" y="88"/>
                  <a:pt x="1629" y="98"/>
                </a:cubicBezTo>
                <a:cubicBezTo>
                  <a:pt x="1633" y="108"/>
                  <a:pt x="1636" y="117"/>
                  <a:pt x="1638" y="128"/>
                </a:cubicBezTo>
                <a:cubicBezTo>
                  <a:pt x="1640" y="138"/>
                  <a:pt x="1641" y="148"/>
                  <a:pt x="1641" y="159"/>
                </a:cubicBezTo>
                <a:lnTo>
                  <a:pt x="1641" y="609"/>
                </a:lnTo>
                <a:cubicBezTo>
                  <a:pt x="1641" y="620"/>
                  <a:pt x="1640" y="630"/>
                  <a:pt x="1638" y="640"/>
                </a:cubicBezTo>
                <a:cubicBezTo>
                  <a:pt x="1636" y="651"/>
                  <a:pt x="1633" y="661"/>
                  <a:pt x="1629" y="670"/>
                </a:cubicBezTo>
                <a:cubicBezTo>
                  <a:pt x="1625" y="680"/>
                  <a:pt x="1620" y="689"/>
                  <a:pt x="1615" y="698"/>
                </a:cubicBezTo>
                <a:cubicBezTo>
                  <a:pt x="1609" y="706"/>
                  <a:pt x="1602" y="714"/>
                  <a:pt x="1595" y="722"/>
                </a:cubicBezTo>
                <a:cubicBezTo>
                  <a:pt x="1587" y="729"/>
                  <a:pt x="1579" y="736"/>
                  <a:pt x="1571" y="741"/>
                </a:cubicBezTo>
                <a:cubicBezTo>
                  <a:pt x="1562" y="747"/>
                  <a:pt x="1553" y="752"/>
                  <a:pt x="1543" y="756"/>
                </a:cubicBezTo>
                <a:cubicBezTo>
                  <a:pt x="1534" y="760"/>
                  <a:pt x="1524" y="763"/>
                  <a:pt x="1514" y="765"/>
                </a:cubicBezTo>
                <a:cubicBezTo>
                  <a:pt x="1503" y="767"/>
                  <a:pt x="1493" y="768"/>
                  <a:pt x="1483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2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90520" y="3088080"/>
            <a:ext cx="1451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entrada = uma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611800" y="3112560"/>
            <a:ext cx="489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string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134160" y="3088080"/>
            <a:ext cx="82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(a frase)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952560" y="30769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047920" y="3524040"/>
            <a:ext cx="1514880" cy="286200"/>
          </a:xfrm>
          <a:custGeom>
            <a:avLst/>
            <a:gdLst/>
            <a:ahLst/>
            <a:rect l="0" t="0" r="r" b="b"/>
            <a:pathLst>
              <a:path w="4208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050" y="0"/>
                </a:lnTo>
                <a:cubicBezTo>
                  <a:pt x="4060" y="0"/>
                  <a:pt x="4070" y="1"/>
                  <a:pt x="4081" y="3"/>
                </a:cubicBezTo>
                <a:cubicBezTo>
                  <a:pt x="4091" y="5"/>
                  <a:pt x="4101" y="8"/>
                  <a:pt x="4110" y="12"/>
                </a:cubicBezTo>
                <a:cubicBezTo>
                  <a:pt x="4120" y="16"/>
                  <a:pt x="4129" y="21"/>
                  <a:pt x="4138" y="27"/>
                </a:cubicBezTo>
                <a:cubicBezTo>
                  <a:pt x="4146" y="33"/>
                  <a:pt x="4154" y="39"/>
                  <a:pt x="4162" y="47"/>
                </a:cubicBezTo>
                <a:cubicBezTo>
                  <a:pt x="4169" y="54"/>
                  <a:pt x="4176" y="62"/>
                  <a:pt x="4182" y="71"/>
                </a:cubicBezTo>
                <a:cubicBezTo>
                  <a:pt x="4187" y="79"/>
                  <a:pt x="4192" y="88"/>
                  <a:pt x="4196" y="98"/>
                </a:cubicBezTo>
                <a:cubicBezTo>
                  <a:pt x="4200" y="108"/>
                  <a:pt x="4203" y="118"/>
                  <a:pt x="4205" y="129"/>
                </a:cubicBezTo>
                <a:cubicBezTo>
                  <a:pt x="4207" y="139"/>
                  <a:pt x="4208" y="149"/>
                  <a:pt x="4208" y="160"/>
                </a:cubicBezTo>
                <a:lnTo>
                  <a:pt x="4208" y="636"/>
                </a:lnTo>
                <a:cubicBezTo>
                  <a:pt x="4208" y="647"/>
                  <a:pt x="4207" y="657"/>
                  <a:pt x="4205" y="667"/>
                </a:cubicBezTo>
                <a:cubicBezTo>
                  <a:pt x="4203" y="677"/>
                  <a:pt x="4200" y="687"/>
                  <a:pt x="4196" y="697"/>
                </a:cubicBezTo>
                <a:cubicBezTo>
                  <a:pt x="4192" y="706"/>
                  <a:pt x="4187" y="716"/>
                  <a:pt x="4182" y="724"/>
                </a:cubicBezTo>
                <a:cubicBezTo>
                  <a:pt x="4176" y="733"/>
                  <a:pt x="4169" y="741"/>
                  <a:pt x="4162" y="748"/>
                </a:cubicBezTo>
                <a:cubicBezTo>
                  <a:pt x="4154" y="756"/>
                  <a:pt x="4146" y="762"/>
                  <a:pt x="4138" y="768"/>
                </a:cubicBezTo>
                <a:cubicBezTo>
                  <a:pt x="4129" y="774"/>
                  <a:pt x="4120" y="779"/>
                  <a:pt x="4110" y="783"/>
                </a:cubicBezTo>
                <a:cubicBezTo>
                  <a:pt x="4101" y="787"/>
                  <a:pt x="4091" y="790"/>
                  <a:pt x="4081" y="792"/>
                </a:cubicBezTo>
                <a:cubicBezTo>
                  <a:pt x="4070" y="794"/>
                  <a:pt x="4060" y="795"/>
                  <a:pt x="4050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9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90520" y="3507120"/>
            <a:ext cx="408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saída = uma contagem por palavra (objeto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120280" y="3531600"/>
            <a:ext cx="1550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palavra </a:t>
            </a: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SansMono"/>
                <a:ea typeface="NotoSansMono"/>
              </a:rPr>
              <a:t>→ </a:t>
            </a: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número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566760" y="350712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52560" y="34963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190520" y="3926160"/>
            <a:ext cx="977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exemplos: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618920" y="4267080"/>
            <a:ext cx="905400" cy="286200"/>
          </a:xfrm>
          <a:custGeom>
            <a:avLst/>
            <a:gdLst/>
            <a:ahLst/>
            <a:rect l="0" t="0" r="r" b="b"/>
            <a:pathLst>
              <a:path w="2515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56" y="0"/>
                </a:lnTo>
                <a:cubicBezTo>
                  <a:pt x="2367" y="0"/>
                  <a:pt x="2377" y="1"/>
                  <a:pt x="2387" y="3"/>
                </a:cubicBezTo>
                <a:cubicBezTo>
                  <a:pt x="2397" y="5"/>
                  <a:pt x="2407" y="8"/>
                  <a:pt x="2417" y="12"/>
                </a:cubicBezTo>
                <a:cubicBezTo>
                  <a:pt x="2427" y="16"/>
                  <a:pt x="2436" y="21"/>
                  <a:pt x="2444" y="27"/>
                </a:cubicBezTo>
                <a:cubicBezTo>
                  <a:pt x="2453" y="32"/>
                  <a:pt x="2461" y="39"/>
                  <a:pt x="2468" y="46"/>
                </a:cubicBezTo>
                <a:cubicBezTo>
                  <a:pt x="2476" y="54"/>
                  <a:pt x="2482" y="62"/>
                  <a:pt x="2488" y="70"/>
                </a:cubicBezTo>
                <a:cubicBezTo>
                  <a:pt x="2494" y="79"/>
                  <a:pt x="2499" y="88"/>
                  <a:pt x="2503" y="98"/>
                </a:cubicBezTo>
                <a:cubicBezTo>
                  <a:pt x="2507" y="107"/>
                  <a:pt x="2510" y="117"/>
                  <a:pt x="2512" y="128"/>
                </a:cubicBezTo>
                <a:cubicBezTo>
                  <a:pt x="2514" y="138"/>
                  <a:pt x="2515" y="148"/>
                  <a:pt x="2515" y="159"/>
                </a:cubicBezTo>
                <a:lnTo>
                  <a:pt x="2515" y="636"/>
                </a:lnTo>
                <a:cubicBezTo>
                  <a:pt x="2515" y="646"/>
                  <a:pt x="2514" y="657"/>
                  <a:pt x="2512" y="667"/>
                </a:cubicBezTo>
                <a:cubicBezTo>
                  <a:pt x="2510" y="677"/>
                  <a:pt x="2507" y="687"/>
                  <a:pt x="2503" y="697"/>
                </a:cubicBezTo>
                <a:cubicBezTo>
                  <a:pt x="2499" y="706"/>
                  <a:pt x="2494" y="715"/>
                  <a:pt x="2488" y="724"/>
                </a:cubicBezTo>
                <a:cubicBezTo>
                  <a:pt x="2482" y="733"/>
                  <a:pt x="2476" y="741"/>
                  <a:pt x="2468" y="748"/>
                </a:cubicBezTo>
                <a:cubicBezTo>
                  <a:pt x="2461" y="755"/>
                  <a:pt x="2453" y="762"/>
                  <a:pt x="2444" y="768"/>
                </a:cubicBezTo>
                <a:cubicBezTo>
                  <a:pt x="2436" y="774"/>
                  <a:pt x="2427" y="779"/>
                  <a:pt x="2417" y="782"/>
                </a:cubicBezTo>
                <a:cubicBezTo>
                  <a:pt x="2407" y="786"/>
                  <a:pt x="2397" y="789"/>
                  <a:pt x="2387" y="792"/>
                </a:cubicBezTo>
                <a:cubicBezTo>
                  <a:pt x="2377" y="794"/>
                  <a:pt x="2367" y="795"/>
                  <a:pt x="2356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6" y="706"/>
                  <a:pt x="13" y="697"/>
                </a:cubicBezTo>
                <a:cubicBezTo>
                  <a:pt x="9" y="687"/>
                  <a:pt x="6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52560" y="391536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690200" y="4274640"/>
            <a:ext cx="810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"a casa a"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524680" y="425016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575080" y="428328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828880" y="4267080"/>
            <a:ext cx="1276560" cy="286200"/>
          </a:xfrm>
          <a:custGeom>
            <a:avLst/>
            <a:gdLst/>
            <a:ahLst/>
            <a:rect l="0" t="0" r="r" b="b"/>
            <a:pathLst>
              <a:path w="3546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387" y="0"/>
                </a:lnTo>
                <a:cubicBezTo>
                  <a:pt x="3398" y="0"/>
                  <a:pt x="3408" y="1"/>
                  <a:pt x="3418" y="3"/>
                </a:cubicBezTo>
                <a:cubicBezTo>
                  <a:pt x="3428" y="5"/>
                  <a:pt x="3438" y="8"/>
                  <a:pt x="3448" y="12"/>
                </a:cubicBezTo>
                <a:cubicBezTo>
                  <a:pt x="3458" y="16"/>
                  <a:pt x="3467" y="21"/>
                  <a:pt x="3475" y="27"/>
                </a:cubicBezTo>
                <a:cubicBezTo>
                  <a:pt x="3484" y="32"/>
                  <a:pt x="3492" y="39"/>
                  <a:pt x="3500" y="46"/>
                </a:cubicBezTo>
                <a:cubicBezTo>
                  <a:pt x="3507" y="54"/>
                  <a:pt x="3513" y="62"/>
                  <a:pt x="3519" y="70"/>
                </a:cubicBezTo>
                <a:cubicBezTo>
                  <a:pt x="3525" y="79"/>
                  <a:pt x="3530" y="88"/>
                  <a:pt x="3534" y="98"/>
                </a:cubicBezTo>
                <a:cubicBezTo>
                  <a:pt x="3538" y="107"/>
                  <a:pt x="3541" y="117"/>
                  <a:pt x="3543" y="128"/>
                </a:cubicBezTo>
                <a:cubicBezTo>
                  <a:pt x="3545" y="138"/>
                  <a:pt x="3546" y="148"/>
                  <a:pt x="3546" y="159"/>
                </a:cubicBezTo>
                <a:lnTo>
                  <a:pt x="3546" y="636"/>
                </a:lnTo>
                <a:cubicBezTo>
                  <a:pt x="3546" y="646"/>
                  <a:pt x="3545" y="657"/>
                  <a:pt x="3543" y="667"/>
                </a:cubicBezTo>
                <a:cubicBezTo>
                  <a:pt x="3541" y="677"/>
                  <a:pt x="3538" y="687"/>
                  <a:pt x="3534" y="697"/>
                </a:cubicBezTo>
                <a:cubicBezTo>
                  <a:pt x="3530" y="706"/>
                  <a:pt x="3525" y="715"/>
                  <a:pt x="3519" y="724"/>
                </a:cubicBezTo>
                <a:cubicBezTo>
                  <a:pt x="3513" y="733"/>
                  <a:pt x="3507" y="741"/>
                  <a:pt x="3500" y="748"/>
                </a:cubicBezTo>
                <a:cubicBezTo>
                  <a:pt x="3492" y="755"/>
                  <a:pt x="3484" y="762"/>
                  <a:pt x="3475" y="768"/>
                </a:cubicBezTo>
                <a:cubicBezTo>
                  <a:pt x="3467" y="774"/>
                  <a:pt x="3458" y="779"/>
                  <a:pt x="3448" y="782"/>
                </a:cubicBezTo>
                <a:cubicBezTo>
                  <a:pt x="3438" y="786"/>
                  <a:pt x="3428" y="789"/>
                  <a:pt x="3418" y="792"/>
                </a:cubicBezTo>
                <a:cubicBezTo>
                  <a:pt x="3408" y="794"/>
                  <a:pt x="3398" y="795"/>
                  <a:pt x="3387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3" y="755"/>
                  <a:pt x="46" y="748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778120" y="425016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99440" y="4274640"/>
            <a:ext cx="1186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2, casa: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618920" y="4686120"/>
            <a:ext cx="1048320" cy="286200"/>
          </a:xfrm>
          <a:custGeom>
            <a:avLst/>
            <a:gdLst/>
            <a:ahLst/>
            <a:rect l="0" t="0" r="r" b="b"/>
            <a:pathLst>
              <a:path w="2912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52" y="0"/>
                </a:lnTo>
                <a:cubicBezTo>
                  <a:pt x="2763" y="0"/>
                  <a:pt x="2773" y="1"/>
                  <a:pt x="2784" y="3"/>
                </a:cubicBezTo>
                <a:cubicBezTo>
                  <a:pt x="2794" y="5"/>
                  <a:pt x="2804" y="8"/>
                  <a:pt x="2814" y="12"/>
                </a:cubicBezTo>
                <a:cubicBezTo>
                  <a:pt x="2823" y="16"/>
                  <a:pt x="2833" y="21"/>
                  <a:pt x="2841" y="27"/>
                </a:cubicBezTo>
                <a:cubicBezTo>
                  <a:pt x="2850" y="33"/>
                  <a:pt x="2858" y="39"/>
                  <a:pt x="2865" y="46"/>
                </a:cubicBezTo>
                <a:cubicBezTo>
                  <a:pt x="2873" y="54"/>
                  <a:pt x="2879" y="62"/>
                  <a:pt x="2885" y="72"/>
                </a:cubicBezTo>
                <a:cubicBezTo>
                  <a:pt x="2891" y="80"/>
                  <a:pt x="2896" y="89"/>
                  <a:pt x="2900" y="99"/>
                </a:cubicBezTo>
                <a:cubicBezTo>
                  <a:pt x="2904" y="109"/>
                  <a:pt x="2907" y="119"/>
                  <a:pt x="2909" y="129"/>
                </a:cubicBezTo>
                <a:cubicBezTo>
                  <a:pt x="2911" y="139"/>
                  <a:pt x="2912" y="149"/>
                  <a:pt x="2912" y="160"/>
                </a:cubicBezTo>
                <a:lnTo>
                  <a:pt x="2912" y="636"/>
                </a:lnTo>
                <a:cubicBezTo>
                  <a:pt x="2912" y="646"/>
                  <a:pt x="2911" y="657"/>
                  <a:pt x="2909" y="667"/>
                </a:cubicBezTo>
                <a:cubicBezTo>
                  <a:pt x="2907" y="677"/>
                  <a:pt x="2904" y="687"/>
                  <a:pt x="2900" y="697"/>
                </a:cubicBezTo>
                <a:cubicBezTo>
                  <a:pt x="2896" y="706"/>
                  <a:pt x="2891" y="716"/>
                  <a:pt x="2885" y="724"/>
                </a:cubicBezTo>
                <a:cubicBezTo>
                  <a:pt x="2879" y="733"/>
                  <a:pt x="2873" y="741"/>
                  <a:pt x="2865" y="748"/>
                </a:cubicBezTo>
                <a:cubicBezTo>
                  <a:pt x="2858" y="756"/>
                  <a:pt x="2850" y="762"/>
                  <a:pt x="2841" y="768"/>
                </a:cubicBezTo>
                <a:cubicBezTo>
                  <a:pt x="2833" y="774"/>
                  <a:pt x="2823" y="779"/>
                  <a:pt x="2814" y="783"/>
                </a:cubicBezTo>
                <a:cubicBezTo>
                  <a:pt x="2804" y="787"/>
                  <a:pt x="2794" y="790"/>
                  <a:pt x="2784" y="792"/>
                </a:cubicBezTo>
                <a:cubicBezTo>
                  <a:pt x="2773" y="794"/>
                  <a:pt x="2763" y="795"/>
                  <a:pt x="2752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6" y="706"/>
                  <a:pt x="13" y="697"/>
                </a:cubicBezTo>
                <a:cubicBezTo>
                  <a:pt x="9" y="687"/>
                  <a:pt x="6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380960" y="42390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690200" y="4693680"/>
            <a:ext cx="9568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"sol sol sol"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665080" y="46692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715480" y="470232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971440" y="4686120"/>
            <a:ext cx="772200" cy="286200"/>
          </a:xfrm>
          <a:custGeom>
            <a:avLst/>
            <a:gdLst/>
            <a:ahLst/>
            <a:rect l="0" t="0" r="r" b="b"/>
            <a:pathLst>
              <a:path w="2145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2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89"/>
                  <a:pt x="21" y="80"/>
                  <a:pt x="27" y="72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986" y="0"/>
                </a:lnTo>
                <a:cubicBezTo>
                  <a:pt x="1996" y="0"/>
                  <a:pt x="2007" y="1"/>
                  <a:pt x="2017" y="3"/>
                </a:cubicBezTo>
                <a:cubicBezTo>
                  <a:pt x="2027" y="5"/>
                  <a:pt x="2037" y="8"/>
                  <a:pt x="2047" y="12"/>
                </a:cubicBezTo>
                <a:cubicBezTo>
                  <a:pt x="2056" y="16"/>
                  <a:pt x="2065" y="21"/>
                  <a:pt x="2074" y="27"/>
                </a:cubicBezTo>
                <a:cubicBezTo>
                  <a:pt x="2083" y="33"/>
                  <a:pt x="2091" y="39"/>
                  <a:pt x="2098" y="46"/>
                </a:cubicBezTo>
                <a:cubicBezTo>
                  <a:pt x="2105" y="54"/>
                  <a:pt x="2112" y="62"/>
                  <a:pt x="2118" y="72"/>
                </a:cubicBezTo>
                <a:cubicBezTo>
                  <a:pt x="2124" y="80"/>
                  <a:pt x="2129" y="89"/>
                  <a:pt x="2133" y="99"/>
                </a:cubicBezTo>
                <a:cubicBezTo>
                  <a:pt x="2137" y="109"/>
                  <a:pt x="2140" y="119"/>
                  <a:pt x="2142" y="129"/>
                </a:cubicBezTo>
                <a:cubicBezTo>
                  <a:pt x="2144" y="139"/>
                  <a:pt x="2145" y="149"/>
                  <a:pt x="2145" y="160"/>
                </a:cubicBezTo>
                <a:lnTo>
                  <a:pt x="2145" y="636"/>
                </a:lnTo>
                <a:cubicBezTo>
                  <a:pt x="2145" y="646"/>
                  <a:pt x="2144" y="657"/>
                  <a:pt x="2142" y="667"/>
                </a:cubicBezTo>
                <a:cubicBezTo>
                  <a:pt x="2140" y="677"/>
                  <a:pt x="2137" y="687"/>
                  <a:pt x="2133" y="697"/>
                </a:cubicBezTo>
                <a:cubicBezTo>
                  <a:pt x="2129" y="706"/>
                  <a:pt x="2124" y="716"/>
                  <a:pt x="2118" y="724"/>
                </a:cubicBezTo>
                <a:cubicBezTo>
                  <a:pt x="2112" y="733"/>
                  <a:pt x="2105" y="741"/>
                  <a:pt x="2098" y="748"/>
                </a:cubicBezTo>
                <a:cubicBezTo>
                  <a:pt x="2091" y="756"/>
                  <a:pt x="2083" y="762"/>
                  <a:pt x="2074" y="768"/>
                </a:cubicBezTo>
                <a:cubicBezTo>
                  <a:pt x="2065" y="774"/>
                  <a:pt x="2056" y="779"/>
                  <a:pt x="2047" y="783"/>
                </a:cubicBezTo>
                <a:cubicBezTo>
                  <a:pt x="2037" y="787"/>
                  <a:pt x="2027" y="790"/>
                  <a:pt x="2017" y="792"/>
                </a:cubicBezTo>
                <a:cubicBezTo>
                  <a:pt x="2007" y="794"/>
                  <a:pt x="1996" y="795"/>
                  <a:pt x="1986" y="795"/>
                </a:cubicBezTo>
                <a:lnTo>
                  <a:pt x="159" y="795"/>
                </a:lnTo>
                <a:cubicBezTo>
                  <a:pt x="149" y="795"/>
                  <a:pt x="139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7" y="706"/>
                  <a:pt x="13" y="697"/>
                </a:cubicBezTo>
                <a:cubicBezTo>
                  <a:pt x="9" y="687"/>
                  <a:pt x="6" y="677"/>
                  <a:pt x="4" y="667"/>
                </a:cubicBezTo>
                <a:cubicBezTo>
                  <a:pt x="2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918880" y="46692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040200" y="4693680"/>
            <a:ext cx="664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sol: 3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380960" y="46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7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"/>
          <p:cNvSpPr/>
          <p:nvPr/>
        </p:nvSpPr>
        <p:spPr>
          <a:xfrm>
            <a:off x="761760" y="1533240"/>
            <a:ext cx="57600" cy="629280"/>
          </a:xfrm>
          <a:custGeom>
            <a:avLst/>
            <a:gdLst/>
            <a:ahLst/>
            <a:rect l="0" t="0" r="r" b="b"/>
            <a:pathLst>
              <a:path w="160" h="1748">
                <a:moveTo>
                  <a:pt x="0" y="0"/>
                </a:moveTo>
                <a:lnTo>
                  <a:pt x="160" y="0"/>
                </a:lnTo>
                <a:lnTo>
                  <a:pt x="16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961920" y="1489680"/>
            <a:ext cx="51922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 — dados e passos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62120" y="2422800"/>
            <a:ext cx="21369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 2 —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62120" y="3841920"/>
            <a:ext cx="2192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 3 — PASSOS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096200" y="4259520"/>
            <a:ext cx="4077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1. separar a frase em uma lista de palavras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096200" y="4631040"/>
            <a:ext cx="4564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2. para cada palavra: somar 1 na contagem dela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96200" y="5011920"/>
            <a:ext cx="3216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3. devolver o objeto de contagens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3286080" y="2866680"/>
            <a:ext cx="266760" cy="276840"/>
          </a:xfrm>
          <a:custGeom>
            <a:avLst/>
            <a:gdLst/>
            <a:ahLst/>
            <a:rect l="0" t="0" r="r" b="b"/>
            <a:pathLst>
              <a:path w="741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9" y="1"/>
                  <a:pt x="149" y="0"/>
                  <a:pt x="159" y="0"/>
                </a:cubicBezTo>
                <a:lnTo>
                  <a:pt x="583" y="0"/>
                </a:lnTo>
                <a:cubicBezTo>
                  <a:pt x="593" y="0"/>
                  <a:pt x="603" y="1"/>
                  <a:pt x="614" y="4"/>
                </a:cubicBezTo>
                <a:cubicBezTo>
                  <a:pt x="624" y="6"/>
                  <a:pt x="634" y="9"/>
                  <a:pt x="643" y="13"/>
                </a:cubicBezTo>
                <a:cubicBezTo>
                  <a:pt x="653" y="17"/>
                  <a:pt x="662" y="21"/>
                  <a:pt x="671" y="27"/>
                </a:cubicBezTo>
                <a:cubicBezTo>
                  <a:pt x="680" y="33"/>
                  <a:pt x="688" y="40"/>
                  <a:pt x="695" y="47"/>
                </a:cubicBezTo>
                <a:cubicBezTo>
                  <a:pt x="702" y="54"/>
                  <a:pt x="709" y="62"/>
                  <a:pt x="715" y="71"/>
                </a:cubicBezTo>
                <a:cubicBezTo>
                  <a:pt x="720" y="80"/>
                  <a:pt x="725" y="89"/>
                  <a:pt x="729" y="99"/>
                </a:cubicBezTo>
                <a:cubicBezTo>
                  <a:pt x="733" y="109"/>
                  <a:pt x="736" y="119"/>
                  <a:pt x="738" y="129"/>
                </a:cubicBezTo>
                <a:cubicBezTo>
                  <a:pt x="740" y="139"/>
                  <a:pt x="741" y="150"/>
                  <a:pt x="741" y="160"/>
                </a:cubicBezTo>
                <a:lnTo>
                  <a:pt x="741" y="610"/>
                </a:lnTo>
                <a:cubicBezTo>
                  <a:pt x="741" y="620"/>
                  <a:pt x="740" y="631"/>
                  <a:pt x="738" y="641"/>
                </a:cubicBezTo>
                <a:cubicBezTo>
                  <a:pt x="736" y="651"/>
                  <a:pt x="733" y="661"/>
                  <a:pt x="729" y="671"/>
                </a:cubicBezTo>
                <a:cubicBezTo>
                  <a:pt x="725" y="680"/>
                  <a:pt x="720" y="690"/>
                  <a:pt x="715" y="698"/>
                </a:cubicBezTo>
                <a:cubicBezTo>
                  <a:pt x="709" y="707"/>
                  <a:pt x="702" y="715"/>
                  <a:pt x="695" y="722"/>
                </a:cubicBezTo>
                <a:cubicBezTo>
                  <a:pt x="688" y="730"/>
                  <a:pt x="680" y="736"/>
                  <a:pt x="671" y="742"/>
                </a:cubicBezTo>
                <a:cubicBezTo>
                  <a:pt x="662" y="748"/>
                  <a:pt x="653" y="753"/>
                  <a:pt x="643" y="757"/>
                </a:cubicBezTo>
                <a:cubicBezTo>
                  <a:pt x="634" y="761"/>
                  <a:pt x="624" y="764"/>
                  <a:pt x="614" y="766"/>
                </a:cubicBezTo>
                <a:cubicBezTo>
                  <a:pt x="603" y="768"/>
                  <a:pt x="593" y="769"/>
                  <a:pt x="583" y="769"/>
                </a:cubicBezTo>
                <a:lnTo>
                  <a:pt x="159" y="769"/>
                </a:lnTo>
                <a:cubicBezTo>
                  <a:pt x="149" y="769"/>
                  <a:pt x="139" y="768"/>
                  <a:pt x="128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3" y="730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190520" y="2840400"/>
            <a:ext cx="2178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um objeto acumulador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359520" y="287424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551040" y="2840400"/>
            <a:ext cx="1823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que vai crescendo.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952560" y="28296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190520" y="3268800"/>
            <a:ext cx="696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guardado por referência: é um só objeto, mutado a cada palavra (Aula 1).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52560" y="32580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5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761760" y="1076040"/>
            <a:ext cx="57600" cy="638640"/>
          </a:xfrm>
          <a:custGeom>
            <a:avLst/>
            <a:gdLst/>
            <a:ahLst/>
            <a:rect l="0" t="0" r="r" b="b"/>
            <a:pathLst>
              <a:path w="160" h="1774">
                <a:moveTo>
                  <a:pt x="0" y="0"/>
                </a:moveTo>
                <a:lnTo>
                  <a:pt x="160" y="0"/>
                </a:lnTo>
                <a:lnTo>
                  <a:pt x="16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66440" y="2385720"/>
            <a:ext cx="10658880" cy="2915280"/>
          </a:xfrm>
          <a:custGeom>
            <a:avLst/>
            <a:gdLst/>
            <a:ahLst/>
            <a:rect l="0" t="0" r="r" b="b"/>
            <a:pathLst>
              <a:path w="29608" h="8098">
                <a:moveTo>
                  <a:pt x="0" y="789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6" y="123"/>
                </a:cubicBezTo>
                <a:cubicBezTo>
                  <a:pt x="20" y="111"/>
                  <a:pt x="27" y="99"/>
                  <a:pt x="34" y="89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2"/>
                  <a:pt x="29449" y="4"/>
                </a:cubicBezTo>
                <a:cubicBezTo>
                  <a:pt x="29461" y="7"/>
                  <a:pt x="29474" y="10"/>
                  <a:pt x="29486" y="15"/>
                </a:cubicBezTo>
                <a:cubicBezTo>
                  <a:pt x="29498" y="20"/>
                  <a:pt x="29509" y="27"/>
                  <a:pt x="29520" y="34"/>
                </a:cubicBezTo>
                <a:cubicBezTo>
                  <a:pt x="29531" y="41"/>
                  <a:pt x="29541" y="49"/>
                  <a:pt x="29550" y="58"/>
                </a:cubicBezTo>
                <a:cubicBezTo>
                  <a:pt x="29559" y="68"/>
                  <a:pt x="29568" y="78"/>
                  <a:pt x="29575" y="89"/>
                </a:cubicBezTo>
                <a:cubicBezTo>
                  <a:pt x="29582" y="99"/>
                  <a:pt x="29588" y="111"/>
                  <a:pt x="29593" y="123"/>
                </a:cubicBezTo>
                <a:cubicBezTo>
                  <a:pt x="29598" y="135"/>
                  <a:pt x="29602" y="147"/>
                  <a:pt x="29604" y="160"/>
                </a:cubicBezTo>
                <a:cubicBezTo>
                  <a:pt x="29607" y="173"/>
                  <a:pt x="29608" y="186"/>
                  <a:pt x="29608" y="199"/>
                </a:cubicBezTo>
                <a:lnTo>
                  <a:pt x="29608" y="7899"/>
                </a:lnTo>
                <a:cubicBezTo>
                  <a:pt x="29608" y="7912"/>
                  <a:pt x="29607" y="7925"/>
                  <a:pt x="29604" y="7938"/>
                </a:cubicBezTo>
                <a:cubicBezTo>
                  <a:pt x="29602" y="7951"/>
                  <a:pt x="29598" y="7963"/>
                  <a:pt x="29593" y="7975"/>
                </a:cubicBezTo>
                <a:cubicBezTo>
                  <a:pt x="29588" y="7987"/>
                  <a:pt x="29582" y="7999"/>
                  <a:pt x="29575" y="8009"/>
                </a:cubicBezTo>
                <a:cubicBezTo>
                  <a:pt x="29568" y="8020"/>
                  <a:pt x="29559" y="8030"/>
                  <a:pt x="29550" y="8039"/>
                </a:cubicBezTo>
                <a:cubicBezTo>
                  <a:pt x="29541" y="8049"/>
                  <a:pt x="29531" y="8057"/>
                  <a:pt x="29520" y="8064"/>
                </a:cubicBezTo>
                <a:cubicBezTo>
                  <a:pt x="29509" y="8071"/>
                  <a:pt x="29498" y="8077"/>
                  <a:pt x="29486" y="8082"/>
                </a:cubicBezTo>
                <a:cubicBezTo>
                  <a:pt x="29474" y="8087"/>
                  <a:pt x="29461" y="8091"/>
                  <a:pt x="29449" y="8094"/>
                </a:cubicBezTo>
                <a:cubicBezTo>
                  <a:pt x="29436" y="8096"/>
                  <a:pt x="29423" y="8098"/>
                  <a:pt x="29410" y="8098"/>
                </a:cubicBezTo>
                <a:lnTo>
                  <a:pt x="199" y="8098"/>
                </a:lnTo>
                <a:cubicBezTo>
                  <a:pt x="186" y="8098"/>
                  <a:pt x="173" y="8096"/>
                  <a:pt x="160" y="8094"/>
                </a:cubicBezTo>
                <a:cubicBezTo>
                  <a:pt x="147" y="8091"/>
                  <a:pt x="135" y="8087"/>
                  <a:pt x="123" y="8082"/>
                </a:cubicBezTo>
                <a:cubicBezTo>
                  <a:pt x="111" y="8077"/>
                  <a:pt x="99" y="8071"/>
                  <a:pt x="89" y="8064"/>
                </a:cubicBezTo>
                <a:cubicBezTo>
                  <a:pt x="78" y="8057"/>
                  <a:pt x="68" y="8049"/>
                  <a:pt x="59" y="8039"/>
                </a:cubicBezTo>
                <a:cubicBezTo>
                  <a:pt x="49" y="8030"/>
                  <a:pt x="41" y="8020"/>
                  <a:pt x="34" y="8009"/>
                </a:cubicBezTo>
                <a:cubicBezTo>
                  <a:pt x="27" y="7999"/>
                  <a:pt x="20" y="7987"/>
                  <a:pt x="16" y="7975"/>
                </a:cubicBezTo>
                <a:cubicBezTo>
                  <a:pt x="11" y="7963"/>
                  <a:pt x="7" y="7951"/>
                  <a:pt x="4" y="7938"/>
                </a:cubicBezTo>
                <a:cubicBezTo>
                  <a:pt x="2" y="7925"/>
                  <a:pt x="0" y="7912"/>
                  <a:pt x="0" y="7899"/>
                </a:cubicBez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66440" y="2385720"/>
            <a:ext cx="10658880" cy="2915280"/>
          </a:xfrm>
          <a:custGeom>
            <a:avLst/>
            <a:gdLst/>
            <a:ahLst/>
            <a:rect l="0" t="0" r="r" b="b"/>
            <a:pathLst>
              <a:path w="29608" h="8098">
                <a:moveTo>
                  <a:pt x="0" y="789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6" y="123"/>
                </a:cubicBezTo>
                <a:cubicBezTo>
                  <a:pt x="20" y="111"/>
                  <a:pt x="27" y="99"/>
                  <a:pt x="34" y="89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2"/>
                  <a:pt x="29449" y="4"/>
                </a:cubicBezTo>
                <a:cubicBezTo>
                  <a:pt x="29461" y="7"/>
                  <a:pt x="29474" y="10"/>
                  <a:pt x="29486" y="15"/>
                </a:cubicBezTo>
                <a:cubicBezTo>
                  <a:pt x="29498" y="20"/>
                  <a:pt x="29509" y="27"/>
                  <a:pt x="29520" y="34"/>
                </a:cubicBezTo>
                <a:cubicBezTo>
                  <a:pt x="29531" y="41"/>
                  <a:pt x="29541" y="49"/>
                  <a:pt x="29550" y="58"/>
                </a:cubicBezTo>
                <a:cubicBezTo>
                  <a:pt x="29559" y="68"/>
                  <a:pt x="29568" y="78"/>
                  <a:pt x="29575" y="89"/>
                </a:cubicBezTo>
                <a:cubicBezTo>
                  <a:pt x="29582" y="99"/>
                  <a:pt x="29588" y="111"/>
                  <a:pt x="29593" y="123"/>
                </a:cubicBezTo>
                <a:cubicBezTo>
                  <a:pt x="29598" y="135"/>
                  <a:pt x="29602" y="147"/>
                  <a:pt x="29604" y="160"/>
                </a:cubicBezTo>
                <a:cubicBezTo>
                  <a:pt x="29607" y="173"/>
                  <a:pt x="29608" y="186"/>
                  <a:pt x="29608" y="199"/>
                </a:cubicBezTo>
                <a:lnTo>
                  <a:pt x="29608" y="7899"/>
                </a:lnTo>
                <a:cubicBezTo>
                  <a:pt x="29608" y="7912"/>
                  <a:pt x="29607" y="7925"/>
                  <a:pt x="29604" y="7938"/>
                </a:cubicBezTo>
                <a:cubicBezTo>
                  <a:pt x="29602" y="7951"/>
                  <a:pt x="29598" y="7963"/>
                  <a:pt x="29593" y="7975"/>
                </a:cubicBezTo>
                <a:cubicBezTo>
                  <a:pt x="29588" y="7987"/>
                  <a:pt x="29582" y="7999"/>
                  <a:pt x="29575" y="8009"/>
                </a:cubicBezTo>
                <a:cubicBezTo>
                  <a:pt x="29568" y="8020"/>
                  <a:pt x="29559" y="8030"/>
                  <a:pt x="29550" y="8039"/>
                </a:cubicBezTo>
                <a:cubicBezTo>
                  <a:pt x="29541" y="8049"/>
                  <a:pt x="29531" y="8057"/>
                  <a:pt x="29520" y="8064"/>
                </a:cubicBezTo>
                <a:cubicBezTo>
                  <a:pt x="29509" y="8071"/>
                  <a:pt x="29498" y="8077"/>
                  <a:pt x="29486" y="8082"/>
                </a:cubicBezTo>
                <a:cubicBezTo>
                  <a:pt x="29474" y="8087"/>
                  <a:pt x="29461" y="8091"/>
                  <a:pt x="29449" y="8094"/>
                </a:cubicBezTo>
                <a:cubicBezTo>
                  <a:pt x="29436" y="8096"/>
                  <a:pt x="29423" y="8098"/>
                  <a:pt x="29410" y="8098"/>
                </a:cubicBezTo>
                <a:lnTo>
                  <a:pt x="199" y="8098"/>
                </a:lnTo>
                <a:cubicBezTo>
                  <a:pt x="186" y="8098"/>
                  <a:pt x="173" y="8096"/>
                  <a:pt x="160" y="8094"/>
                </a:cubicBezTo>
                <a:cubicBezTo>
                  <a:pt x="147" y="8091"/>
                  <a:pt x="135" y="8087"/>
                  <a:pt x="123" y="8082"/>
                </a:cubicBezTo>
                <a:cubicBezTo>
                  <a:pt x="111" y="8077"/>
                  <a:pt x="99" y="8071"/>
                  <a:pt x="89" y="8064"/>
                </a:cubicBezTo>
                <a:cubicBezTo>
                  <a:pt x="78" y="8057"/>
                  <a:pt x="68" y="8049"/>
                  <a:pt x="59" y="8039"/>
                </a:cubicBezTo>
                <a:cubicBezTo>
                  <a:pt x="49" y="8030"/>
                  <a:pt x="41" y="8020"/>
                  <a:pt x="34" y="8009"/>
                </a:cubicBezTo>
                <a:cubicBezTo>
                  <a:pt x="27" y="7999"/>
                  <a:pt x="20" y="7987"/>
                  <a:pt x="16" y="7975"/>
                </a:cubicBezTo>
                <a:cubicBezTo>
                  <a:pt x="11" y="7963"/>
                  <a:pt x="7" y="7951"/>
                  <a:pt x="4" y="7938"/>
                </a:cubicBezTo>
                <a:cubicBezTo>
                  <a:pt x="2" y="7925"/>
                  <a:pt x="0" y="7912"/>
                  <a:pt x="0" y="7899"/>
                </a:cubicBezTo>
                <a:close/>
              </a:path>
            </a:pathLst>
          </a:custGeom>
          <a:noFill/>
          <a:ln w="9360">
            <a:solidFill>
              <a:srgbClr val="78c04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61760" y="5457600"/>
            <a:ext cx="66960" cy="324360"/>
          </a:xfrm>
          <a:custGeom>
            <a:avLst/>
            <a:gdLst/>
            <a:ahLst/>
            <a:rect l="0" t="0" r="r" b="b"/>
            <a:pathLst>
              <a:path w="186" h="901">
                <a:moveTo>
                  <a:pt x="0" y="0"/>
                </a:moveTo>
                <a:lnTo>
                  <a:pt x="186" y="0"/>
                </a:lnTo>
                <a:lnTo>
                  <a:pt x="186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61920" y="1032480"/>
            <a:ext cx="35650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 — código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62120" y="1784520"/>
            <a:ext cx="40672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Cada passo do campo 3 vira instrução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61920" y="2539800"/>
            <a:ext cx="704772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function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 contarPalavras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0550ae"/>
                </a:solidFill>
                <a:effectLst/>
                <a:uFillTx/>
                <a:latin typeface="Roboto"/>
                <a:ea typeface="Roboto"/>
              </a:rPr>
              <a:t>frase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: 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string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): 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Record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&lt;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string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number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&gt; {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78560" y="2815920"/>
            <a:ext cx="910512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const</a:t>
            </a:r>
            <a:r>
              <a:rPr lang="pt-BR" sz="1850" b="0" u="none" strike="noStrike">
                <a:solidFill>
                  <a:srgbClr val="0550ae"/>
                </a:solidFill>
                <a:effectLst/>
                <a:uFillTx/>
                <a:latin typeface="Roboto"/>
                <a:ea typeface="Roboto"/>
              </a:rPr>
              <a:t> contagem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: 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Record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&lt;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string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number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&gt; = {};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campo 2: acumulador (referência)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78560" y="3377880"/>
            <a:ext cx="655740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for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(</a:t>
            </a:r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const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palavra </a:t>
            </a:r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of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frase.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split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ffa500"/>
                </a:solidFill>
                <a:effectLst/>
                <a:uFillTx/>
                <a:latin typeface="Roboto"/>
                <a:ea typeface="Roboto"/>
              </a:rPr>
              <a:t>" "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)) {        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passo 1: separar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961920" y="3654360"/>
            <a:ext cx="787680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   contagem[palavra] = (contagem[palavra] ?? 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0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 + </a:t>
            </a:r>
            <a:r>
              <a:rPr lang="pt-BR" sz="1850" b="0" u="none" strike="noStrike">
                <a:solidFill>
                  <a:srgbClr val="ffd700"/>
                </a:solidFill>
                <a:effectLst/>
                <a:uFillTx/>
                <a:latin typeface="Roboto"/>
                <a:ea typeface="Roboto"/>
              </a:rPr>
              <a:t>1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;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passo 2: somar 1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61920" y="3939840"/>
            <a:ext cx="23436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 }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78560" y="4492440"/>
            <a:ext cx="615708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return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contagem;                                 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passo 3: devolver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104840" y="5486040"/>
            <a:ext cx="457560" cy="276840"/>
          </a:xfrm>
          <a:custGeom>
            <a:avLst/>
            <a:gdLst/>
            <a:ahLst/>
            <a:rect l="0" t="0" r="r" b="b"/>
            <a:pathLst>
              <a:path w="1271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9" y="2"/>
                  <a:pt x="149" y="0"/>
                  <a:pt x="159" y="0"/>
                </a:cubicBezTo>
                <a:lnTo>
                  <a:pt x="1112" y="0"/>
                </a:lnTo>
                <a:cubicBezTo>
                  <a:pt x="1122" y="0"/>
                  <a:pt x="1133" y="2"/>
                  <a:pt x="1143" y="4"/>
                </a:cubicBezTo>
                <a:cubicBezTo>
                  <a:pt x="1153" y="6"/>
                  <a:pt x="1163" y="9"/>
                  <a:pt x="1173" y="13"/>
                </a:cubicBezTo>
                <a:cubicBezTo>
                  <a:pt x="1182" y="17"/>
                  <a:pt x="1191" y="21"/>
                  <a:pt x="1200" y="27"/>
                </a:cubicBezTo>
                <a:cubicBezTo>
                  <a:pt x="1209" y="33"/>
                  <a:pt x="1217" y="40"/>
                  <a:pt x="1224" y="47"/>
                </a:cubicBezTo>
                <a:cubicBezTo>
                  <a:pt x="1232" y="54"/>
                  <a:pt x="1238" y="62"/>
                  <a:pt x="1244" y="71"/>
                </a:cubicBezTo>
                <a:cubicBezTo>
                  <a:pt x="1250" y="80"/>
                  <a:pt x="1255" y="89"/>
                  <a:pt x="1259" y="98"/>
                </a:cubicBezTo>
                <a:cubicBezTo>
                  <a:pt x="1263" y="108"/>
                  <a:pt x="1266" y="118"/>
                  <a:pt x="1268" y="128"/>
                </a:cubicBezTo>
                <a:cubicBezTo>
                  <a:pt x="1270" y="139"/>
                  <a:pt x="1271" y="149"/>
                  <a:pt x="1271" y="159"/>
                </a:cubicBezTo>
                <a:lnTo>
                  <a:pt x="1271" y="610"/>
                </a:lnTo>
                <a:cubicBezTo>
                  <a:pt x="1271" y="620"/>
                  <a:pt x="1270" y="631"/>
                  <a:pt x="1268" y="641"/>
                </a:cubicBezTo>
                <a:cubicBezTo>
                  <a:pt x="1266" y="651"/>
                  <a:pt x="1263" y="661"/>
                  <a:pt x="1259" y="671"/>
                </a:cubicBezTo>
                <a:cubicBezTo>
                  <a:pt x="1255" y="680"/>
                  <a:pt x="1250" y="690"/>
                  <a:pt x="1244" y="698"/>
                </a:cubicBezTo>
                <a:cubicBezTo>
                  <a:pt x="1238" y="707"/>
                  <a:pt x="1232" y="715"/>
                  <a:pt x="1224" y="722"/>
                </a:cubicBezTo>
                <a:cubicBezTo>
                  <a:pt x="1217" y="730"/>
                  <a:pt x="1209" y="736"/>
                  <a:pt x="1200" y="742"/>
                </a:cubicBezTo>
                <a:cubicBezTo>
                  <a:pt x="1191" y="748"/>
                  <a:pt x="1182" y="753"/>
                  <a:pt x="1173" y="757"/>
                </a:cubicBezTo>
                <a:cubicBezTo>
                  <a:pt x="1163" y="761"/>
                  <a:pt x="1153" y="764"/>
                  <a:pt x="1143" y="766"/>
                </a:cubicBezTo>
                <a:cubicBezTo>
                  <a:pt x="1133" y="768"/>
                  <a:pt x="1122" y="769"/>
                  <a:pt x="1112" y="769"/>
                </a:cubicBezTo>
                <a:lnTo>
                  <a:pt x="159" y="769"/>
                </a:lnTo>
                <a:cubicBezTo>
                  <a:pt x="149" y="769"/>
                  <a:pt x="139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961920" y="4778280"/>
            <a:ext cx="23436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}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175760" y="5493600"/>
            <a:ext cx="303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?? 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558800" y="5469120"/>
            <a:ext cx="6736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cobre a primeira vez que a palavra aparece (ainda não está no objeto).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848320" y="64584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46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"/>
          <p:cNvSpPr/>
          <p:nvPr/>
        </p:nvSpPr>
        <p:spPr>
          <a:xfrm>
            <a:off x="761760" y="1638000"/>
            <a:ext cx="57600" cy="629280"/>
          </a:xfrm>
          <a:custGeom>
            <a:avLst/>
            <a:gdLst/>
            <a:ahLst/>
            <a:rect l="0" t="0" r="r" b="b"/>
            <a:pathLst>
              <a:path w="160" h="1748">
                <a:moveTo>
                  <a:pt x="0" y="0"/>
                </a:moveTo>
                <a:lnTo>
                  <a:pt x="160" y="0"/>
                </a:lnTo>
                <a:lnTo>
                  <a:pt x="16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71480" y="2933640"/>
            <a:ext cx="1000440" cy="457560"/>
          </a:xfrm>
          <a:custGeom>
            <a:avLst/>
            <a:gdLst/>
            <a:ahLst/>
            <a:rect l="0" t="0" r="r" b="b"/>
            <a:pathLst>
              <a:path w="2779" h="1271">
                <a:moveTo>
                  <a:pt x="0" y="0"/>
                </a:moveTo>
                <a:lnTo>
                  <a:pt x="2779" y="0"/>
                </a:lnTo>
                <a:lnTo>
                  <a:pt x="277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771560" y="2933640"/>
            <a:ext cx="981360" cy="457560"/>
          </a:xfrm>
          <a:custGeom>
            <a:avLst/>
            <a:gdLst/>
            <a:ahLst/>
            <a:rect l="0" t="0" r="r" b="b"/>
            <a:pathLst>
              <a:path w="2726" h="1271">
                <a:moveTo>
                  <a:pt x="0" y="0"/>
                </a:moveTo>
                <a:lnTo>
                  <a:pt x="2726" y="0"/>
                </a:lnTo>
                <a:lnTo>
                  <a:pt x="2726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752560" y="2933640"/>
            <a:ext cx="1752840" cy="457560"/>
          </a:xfrm>
          <a:custGeom>
            <a:avLst/>
            <a:gdLst/>
            <a:ahLst/>
            <a:rect l="0" t="0" r="r" b="b"/>
            <a:pathLst>
              <a:path w="4869" h="1271">
                <a:moveTo>
                  <a:pt x="0" y="0"/>
                </a:moveTo>
                <a:lnTo>
                  <a:pt x="4869" y="0"/>
                </a:lnTo>
                <a:lnTo>
                  <a:pt x="486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505040" y="2933640"/>
            <a:ext cx="1867320" cy="457560"/>
          </a:xfrm>
          <a:custGeom>
            <a:avLst/>
            <a:gdLst/>
            <a:ahLst/>
            <a:rect l="0" t="0" r="r" b="b"/>
            <a:pathLst>
              <a:path w="5187" h="1271">
                <a:moveTo>
                  <a:pt x="0" y="0"/>
                </a:moveTo>
                <a:lnTo>
                  <a:pt x="5187" y="0"/>
                </a:lnTo>
                <a:lnTo>
                  <a:pt x="51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771480" y="3848040"/>
            <a:ext cx="1000440" cy="447840"/>
          </a:xfrm>
          <a:custGeom>
            <a:avLst/>
            <a:gdLst/>
            <a:ahLst/>
            <a:rect l="0" t="0" r="r" b="b"/>
            <a:pathLst>
              <a:path w="2779" h="1244">
                <a:moveTo>
                  <a:pt x="0" y="0"/>
                </a:moveTo>
                <a:lnTo>
                  <a:pt x="2779" y="0"/>
                </a:lnTo>
                <a:lnTo>
                  <a:pt x="2779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771560" y="3848040"/>
            <a:ext cx="981360" cy="447840"/>
          </a:xfrm>
          <a:custGeom>
            <a:avLst/>
            <a:gdLst/>
            <a:ahLst/>
            <a:rect l="0" t="0" r="r" b="b"/>
            <a:pathLst>
              <a:path w="2726" h="1244">
                <a:moveTo>
                  <a:pt x="0" y="0"/>
                </a:moveTo>
                <a:lnTo>
                  <a:pt x="2726" y="0"/>
                </a:lnTo>
                <a:lnTo>
                  <a:pt x="2726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752560" y="3848040"/>
            <a:ext cx="1752840" cy="447840"/>
          </a:xfrm>
          <a:custGeom>
            <a:avLst/>
            <a:gdLst/>
            <a:ahLst/>
            <a:rect l="0" t="0" r="r" b="b"/>
            <a:pathLst>
              <a:path w="4869" h="1244">
                <a:moveTo>
                  <a:pt x="0" y="0"/>
                </a:moveTo>
                <a:lnTo>
                  <a:pt x="4869" y="0"/>
                </a:lnTo>
                <a:lnTo>
                  <a:pt x="4869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4505040" y="3848040"/>
            <a:ext cx="1867320" cy="447840"/>
          </a:xfrm>
          <a:custGeom>
            <a:avLst/>
            <a:gdLst/>
            <a:ahLst/>
            <a:rect l="0" t="0" r="r" b="b"/>
            <a:pathLst>
              <a:path w="5187" h="1244">
                <a:moveTo>
                  <a:pt x="0" y="0"/>
                </a:moveTo>
                <a:lnTo>
                  <a:pt x="5187" y="0"/>
                </a:lnTo>
                <a:lnTo>
                  <a:pt x="518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1a2a1a">
              <a:alpha val="4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761760" y="29336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761760" y="293364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761840" y="29336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771560" y="2933640"/>
            <a:ext cx="990720" cy="9720"/>
          </a:xfrm>
          <a:custGeom>
            <a:avLst/>
            <a:gdLst/>
            <a:ah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752560" y="29336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761920" y="293364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4505040" y="29336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4514760" y="293364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362640" y="29336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61760" y="3381120"/>
            <a:ext cx="1010160" cy="19440"/>
          </a:xfrm>
          <a:custGeom>
            <a:avLst/>
            <a:gdLst/>
            <a:ahLst/>
            <a:rect l="0" t="0" r="r" b="b"/>
            <a:pathLst>
              <a:path w="2806" h="54">
                <a:moveTo>
                  <a:pt x="0" y="0"/>
                </a:moveTo>
                <a:lnTo>
                  <a:pt x="2806" y="0"/>
                </a:lnTo>
                <a:lnTo>
                  <a:pt x="28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771560" y="3381120"/>
            <a:ext cx="990720" cy="19440"/>
          </a:xfrm>
          <a:custGeom>
            <a:avLst/>
            <a:gdLst/>
            <a:ahLst/>
            <a:rect l="0" t="0" r="r" b="b"/>
            <a:pathLst>
              <a:path w="2752" h="54">
                <a:moveTo>
                  <a:pt x="0" y="0"/>
                </a:moveTo>
                <a:lnTo>
                  <a:pt x="2752" y="0"/>
                </a:lnTo>
                <a:lnTo>
                  <a:pt x="275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761920" y="3381120"/>
            <a:ext cx="1753200" cy="19440"/>
          </a:xfrm>
          <a:custGeom>
            <a:avLst/>
            <a:gdLst/>
            <a:ahLst/>
            <a:rect l="0" t="0" r="r" b="b"/>
            <a:pathLst>
              <a:path w="4870" h="54">
                <a:moveTo>
                  <a:pt x="0" y="0"/>
                </a:moveTo>
                <a:lnTo>
                  <a:pt x="4870" y="0"/>
                </a:lnTo>
                <a:lnTo>
                  <a:pt x="487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4514760" y="3381120"/>
            <a:ext cx="1857600" cy="19440"/>
          </a:xfrm>
          <a:custGeom>
            <a:avLst/>
            <a:gdLst/>
            <a:ahLst/>
            <a:rect l="0" t="0" r="r" b="b"/>
            <a:pathLst>
              <a:path w="5160" h="54">
                <a:moveTo>
                  <a:pt x="0" y="0"/>
                </a:moveTo>
                <a:lnTo>
                  <a:pt x="5160" y="0"/>
                </a:lnTo>
                <a:lnTo>
                  <a:pt x="51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61760" y="34002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761840" y="34002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752560" y="34002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505040" y="340020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362640" y="34002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761760" y="38480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761760" y="383832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761840" y="38480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771560" y="3838320"/>
            <a:ext cx="990720" cy="10080"/>
          </a:xfrm>
          <a:custGeom>
            <a:avLst/>
            <a:gdLst/>
            <a:ah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752560" y="38480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761920" y="3838320"/>
            <a:ext cx="1753200" cy="10080"/>
          </a:xfrm>
          <a:custGeom>
            <a:avLst/>
            <a:gdLst/>
            <a:ahLst/>
            <a:rect l="0" t="0" r="r" b="b"/>
            <a:pathLst>
              <a:path w="4870" h="28">
                <a:moveTo>
                  <a:pt x="0" y="0"/>
                </a:moveTo>
                <a:lnTo>
                  <a:pt x="4870" y="0"/>
                </a:lnTo>
                <a:lnTo>
                  <a:pt x="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4505040" y="384804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4514760" y="383832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362640" y="384804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761760" y="42955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761760" y="428616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761840" y="42955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771560" y="4286160"/>
            <a:ext cx="990720" cy="9720"/>
          </a:xfrm>
          <a:custGeom>
            <a:avLst/>
            <a:gdLst/>
            <a:ah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752560" y="4295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761920" y="428616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4505040" y="42955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514760" y="428616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362640" y="4295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761760" y="473364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771560" y="4733640"/>
            <a:ext cx="990720" cy="10080"/>
          </a:xfrm>
          <a:custGeom>
            <a:avLst/>
            <a:gdLst/>
            <a:ah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761920" y="4733640"/>
            <a:ext cx="1753200" cy="10080"/>
          </a:xfrm>
          <a:custGeom>
            <a:avLst/>
            <a:gdLst/>
            <a:ahLst/>
            <a:rect l="0" t="0" r="r" b="b"/>
            <a:pathLst>
              <a:path w="4870" h="28">
                <a:moveTo>
                  <a:pt x="0" y="0"/>
                </a:moveTo>
                <a:lnTo>
                  <a:pt x="4870" y="0"/>
                </a:lnTo>
                <a:lnTo>
                  <a:pt x="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514760" y="47336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78c043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61760" y="4895640"/>
            <a:ext cx="66960" cy="324360"/>
          </a:xfrm>
          <a:custGeom>
            <a:avLst/>
            <a:gdLst/>
            <a:ahLst/>
            <a:rect l="0" t="0" r="r" b="b"/>
            <a:pathLst>
              <a:path w="186" h="901">
                <a:moveTo>
                  <a:pt x="0" y="0"/>
                </a:moveTo>
                <a:lnTo>
                  <a:pt x="186" y="0"/>
                </a:lnTo>
                <a:lnTo>
                  <a:pt x="186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961920" y="1594440"/>
            <a:ext cx="375876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 — rastreio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714560" y="2371680"/>
            <a:ext cx="1067400" cy="266760"/>
          </a:xfrm>
          <a:custGeom>
            <a:avLst/>
            <a:gdLst/>
            <a:ahLst/>
            <a:rect l="0" t="0" r="r" b="b"/>
            <a:pathLst>
              <a:path w="2965" h="741">
                <a:moveTo>
                  <a:pt x="0" y="58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06" y="0"/>
                </a:lnTo>
                <a:cubicBezTo>
                  <a:pt x="2816" y="0"/>
                  <a:pt x="2827" y="1"/>
                  <a:pt x="2837" y="3"/>
                </a:cubicBezTo>
                <a:cubicBezTo>
                  <a:pt x="2847" y="5"/>
                  <a:pt x="2857" y="8"/>
                  <a:pt x="2867" y="12"/>
                </a:cubicBezTo>
                <a:cubicBezTo>
                  <a:pt x="2876" y="16"/>
                  <a:pt x="2885" y="21"/>
                  <a:pt x="2894" y="26"/>
                </a:cubicBezTo>
                <a:cubicBezTo>
                  <a:pt x="2903" y="32"/>
                  <a:pt x="2911" y="39"/>
                  <a:pt x="2918" y="46"/>
                </a:cubicBezTo>
                <a:cubicBezTo>
                  <a:pt x="2926" y="53"/>
                  <a:pt x="2932" y="62"/>
                  <a:pt x="2938" y="70"/>
                </a:cubicBezTo>
                <a:cubicBezTo>
                  <a:pt x="2944" y="79"/>
                  <a:pt x="2949" y="88"/>
                  <a:pt x="2953" y="98"/>
                </a:cubicBezTo>
                <a:cubicBezTo>
                  <a:pt x="2957" y="107"/>
                  <a:pt x="2960" y="117"/>
                  <a:pt x="2962" y="127"/>
                </a:cubicBezTo>
                <a:cubicBezTo>
                  <a:pt x="2964" y="138"/>
                  <a:pt x="2965" y="148"/>
                  <a:pt x="2965" y="158"/>
                </a:cubicBezTo>
                <a:lnTo>
                  <a:pt x="2965" y="583"/>
                </a:lnTo>
                <a:cubicBezTo>
                  <a:pt x="2965" y="593"/>
                  <a:pt x="2964" y="603"/>
                  <a:pt x="2962" y="614"/>
                </a:cubicBezTo>
                <a:cubicBezTo>
                  <a:pt x="2960" y="624"/>
                  <a:pt x="2957" y="634"/>
                  <a:pt x="2953" y="643"/>
                </a:cubicBezTo>
                <a:cubicBezTo>
                  <a:pt x="2949" y="653"/>
                  <a:pt x="2944" y="662"/>
                  <a:pt x="2938" y="671"/>
                </a:cubicBezTo>
                <a:cubicBezTo>
                  <a:pt x="2932" y="680"/>
                  <a:pt x="2926" y="688"/>
                  <a:pt x="2918" y="695"/>
                </a:cubicBezTo>
                <a:cubicBezTo>
                  <a:pt x="2911" y="702"/>
                  <a:pt x="2903" y="709"/>
                  <a:pt x="2894" y="715"/>
                </a:cubicBezTo>
                <a:cubicBezTo>
                  <a:pt x="2885" y="720"/>
                  <a:pt x="2876" y="725"/>
                  <a:pt x="2867" y="729"/>
                </a:cubicBezTo>
                <a:cubicBezTo>
                  <a:pt x="2857" y="733"/>
                  <a:pt x="2847" y="736"/>
                  <a:pt x="2837" y="738"/>
                </a:cubicBezTo>
                <a:cubicBezTo>
                  <a:pt x="2827" y="740"/>
                  <a:pt x="2816" y="741"/>
                  <a:pt x="2806" y="741"/>
                </a:cubicBezTo>
                <a:lnTo>
                  <a:pt x="159" y="741"/>
                </a:lnTo>
                <a:cubicBezTo>
                  <a:pt x="149" y="741"/>
                  <a:pt x="138" y="740"/>
                  <a:pt x="128" y="738"/>
                </a:cubicBezTo>
                <a:cubicBezTo>
                  <a:pt x="118" y="736"/>
                  <a:pt x="108" y="733"/>
                  <a:pt x="98" y="729"/>
                </a:cubicBezTo>
                <a:cubicBezTo>
                  <a:pt x="89" y="725"/>
                  <a:pt x="80" y="720"/>
                  <a:pt x="71" y="715"/>
                </a:cubicBezTo>
                <a:cubicBezTo>
                  <a:pt x="62" y="709"/>
                  <a:pt x="54" y="702"/>
                  <a:pt x="47" y="695"/>
                </a:cubicBezTo>
                <a:cubicBezTo>
                  <a:pt x="39" y="688"/>
                  <a:pt x="33" y="680"/>
                  <a:pt x="27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62120" y="2336760"/>
            <a:ext cx="5337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 5 — sem rodar, com o exemplo 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"a casa a"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895400" y="3028680"/>
            <a:ext cx="733680" cy="276840"/>
          </a:xfrm>
          <a:custGeom>
            <a:avLst/>
            <a:gdLst/>
            <a:ahLst/>
            <a:rect l="0" t="0" r="r" b="b"/>
            <a:pathLst>
              <a:path w="2038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879" y="0"/>
                </a:lnTo>
                <a:cubicBezTo>
                  <a:pt x="1890" y="0"/>
                  <a:pt x="1900" y="1"/>
                  <a:pt x="1910" y="3"/>
                </a:cubicBezTo>
                <a:cubicBezTo>
                  <a:pt x="1920" y="5"/>
                  <a:pt x="1930" y="8"/>
                  <a:pt x="1940" y="12"/>
                </a:cubicBezTo>
                <a:cubicBezTo>
                  <a:pt x="1950" y="16"/>
                  <a:pt x="1959" y="21"/>
                  <a:pt x="1967" y="27"/>
                </a:cubicBezTo>
                <a:cubicBezTo>
                  <a:pt x="1976" y="33"/>
                  <a:pt x="1984" y="39"/>
                  <a:pt x="1992" y="47"/>
                </a:cubicBezTo>
                <a:cubicBezTo>
                  <a:pt x="1999" y="54"/>
                  <a:pt x="2005" y="62"/>
                  <a:pt x="2011" y="71"/>
                </a:cubicBezTo>
                <a:cubicBezTo>
                  <a:pt x="2017" y="79"/>
                  <a:pt x="2022" y="89"/>
                  <a:pt x="2026" y="98"/>
                </a:cubicBezTo>
                <a:cubicBezTo>
                  <a:pt x="2030" y="108"/>
                  <a:pt x="2033" y="118"/>
                  <a:pt x="2035" y="128"/>
                </a:cubicBezTo>
                <a:cubicBezTo>
                  <a:pt x="2037" y="138"/>
                  <a:pt x="2038" y="149"/>
                  <a:pt x="2038" y="159"/>
                </a:cubicBezTo>
                <a:lnTo>
                  <a:pt x="2038" y="610"/>
                </a:lnTo>
                <a:cubicBezTo>
                  <a:pt x="2038" y="620"/>
                  <a:pt x="2037" y="631"/>
                  <a:pt x="2035" y="641"/>
                </a:cubicBezTo>
                <a:cubicBezTo>
                  <a:pt x="2033" y="651"/>
                  <a:pt x="2030" y="661"/>
                  <a:pt x="2026" y="671"/>
                </a:cubicBezTo>
                <a:cubicBezTo>
                  <a:pt x="2022" y="680"/>
                  <a:pt x="2017" y="689"/>
                  <a:pt x="2011" y="698"/>
                </a:cubicBezTo>
                <a:cubicBezTo>
                  <a:pt x="2005" y="707"/>
                  <a:pt x="1999" y="715"/>
                  <a:pt x="1992" y="722"/>
                </a:cubicBezTo>
                <a:cubicBezTo>
                  <a:pt x="1984" y="729"/>
                  <a:pt x="1976" y="736"/>
                  <a:pt x="1967" y="742"/>
                </a:cubicBezTo>
                <a:cubicBezTo>
                  <a:pt x="1959" y="748"/>
                  <a:pt x="1950" y="752"/>
                  <a:pt x="1940" y="756"/>
                </a:cubicBezTo>
                <a:cubicBezTo>
                  <a:pt x="1930" y="760"/>
                  <a:pt x="1920" y="763"/>
                  <a:pt x="1910" y="765"/>
                </a:cubicBezTo>
                <a:cubicBezTo>
                  <a:pt x="1900" y="768"/>
                  <a:pt x="1890" y="769"/>
                  <a:pt x="1879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895320" y="3011760"/>
            <a:ext cx="788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Iteração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885760" y="3028680"/>
            <a:ext cx="933840" cy="276840"/>
          </a:xfrm>
          <a:custGeom>
            <a:avLst/>
            <a:gdLst/>
            <a:ahLst/>
            <a:rect l="0" t="0" r="r" b="b"/>
            <a:pathLst>
              <a:path w="2594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436" y="0"/>
                </a:lnTo>
                <a:cubicBezTo>
                  <a:pt x="2446" y="0"/>
                  <a:pt x="2456" y="1"/>
                  <a:pt x="2467" y="3"/>
                </a:cubicBezTo>
                <a:cubicBezTo>
                  <a:pt x="2477" y="5"/>
                  <a:pt x="2487" y="8"/>
                  <a:pt x="2496" y="12"/>
                </a:cubicBezTo>
                <a:cubicBezTo>
                  <a:pt x="2506" y="16"/>
                  <a:pt x="2515" y="21"/>
                  <a:pt x="2524" y="27"/>
                </a:cubicBezTo>
                <a:cubicBezTo>
                  <a:pt x="2532" y="33"/>
                  <a:pt x="2540" y="39"/>
                  <a:pt x="2548" y="47"/>
                </a:cubicBezTo>
                <a:cubicBezTo>
                  <a:pt x="2555" y="54"/>
                  <a:pt x="2562" y="62"/>
                  <a:pt x="2568" y="71"/>
                </a:cubicBezTo>
                <a:cubicBezTo>
                  <a:pt x="2573" y="79"/>
                  <a:pt x="2578" y="89"/>
                  <a:pt x="2582" y="98"/>
                </a:cubicBezTo>
                <a:cubicBezTo>
                  <a:pt x="2586" y="108"/>
                  <a:pt x="2589" y="118"/>
                  <a:pt x="2591" y="128"/>
                </a:cubicBezTo>
                <a:cubicBezTo>
                  <a:pt x="2593" y="138"/>
                  <a:pt x="2594" y="149"/>
                  <a:pt x="2594" y="159"/>
                </a:cubicBezTo>
                <a:lnTo>
                  <a:pt x="2594" y="610"/>
                </a:lnTo>
                <a:cubicBezTo>
                  <a:pt x="2594" y="620"/>
                  <a:pt x="2593" y="631"/>
                  <a:pt x="2591" y="641"/>
                </a:cubicBezTo>
                <a:cubicBezTo>
                  <a:pt x="2589" y="651"/>
                  <a:pt x="2586" y="661"/>
                  <a:pt x="2582" y="671"/>
                </a:cubicBezTo>
                <a:cubicBezTo>
                  <a:pt x="2578" y="680"/>
                  <a:pt x="2573" y="689"/>
                  <a:pt x="2568" y="698"/>
                </a:cubicBezTo>
                <a:cubicBezTo>
                  <a:pt x="2562" y="707"/>
                  <a:pt x="2555" y="715"/>
                  <a:pt x="2548" y="722"/>
                </a:cubicBezTo>
                <a:cubicBezTo>
                  <a:pt x="2540" y="729"/>
                  <a:pt x="2532" y="736"/>
                  <a:pt x="2524" y="742"/>
                </a:cubicBezTo>
                <a:cubicBezTo>
                  <a:pt x="2515" y="748"/>
                  <a:pt x="2506" y="752"/>
                  <a:pt x="2496" y="756"/>
                </a:cubicBezTo>
                <a:cubicBezTo>
                  <a:pt x="2487" y="760"/>
                  <a:pt x="2477" y="763"/>
                  <a:pt x="2467" y="765"/>
                </a:cubicBezTo>
                <a:cubicBezTo>
                  <a:pt x="2456" y="768"/>
                  <a:pt x="2446" y="769"/>
                  <a:pt x="2436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970640" y="3036240"/>
            <a:ext cx="620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palavra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952720" y="3036240"/>
            <a:ext cx="845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contagem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638600" y="3028680"/>
            <a:ext cx="943200" cy="276840"/>
          </a:xfrm>
          <a:custGeom>
            <a:avLst/>
            <a:gdLst/>
            <a:ahLst/>
            <a:rect l="0" t="0" r="r" b="b"/>
            <a:pathLst>
              <a:path w="2620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461" y="0"/>
                </a:lnTo>
                <a:cubicBezTo>
                  <a:pt x="2472" y="0"/>
                  <a:pt x="2482" y="1"/>
                  <a:pt x="2492" y="3"/>
                </a:cubicBezTo>
                <a:cubicBezTo>
                  <a:pt x="2503" y="5"/>
                  <a:pt x="2512" y="8"/>
                  <a:pt x="2522" y="12"/>
                </a:cubicBezTo>
                <a:cubicBezTo>
                  <a:pt x="2532" y="16"/>
                  <a:pt x="2541" y="21"/>
                  <a:pt x="2550" y="27"/>
                </a:cubicBezTo>
                <a:cubicBezTo>
                  <a:pt x="2558" y="33"/>
                  <a:pt x="2566" y="39"/>
                  <a:pt x="2574" y="47"/>
                </a:cubicBezTo>
                <a:cubicBezTo>
                  <a:pt x="2581" y="54"/>
                  <a:pt x="2588" y="62"/>
                  <a:pt x="2593" y="71"/>
                </a:cubicBezTo>
                <a:cubicBezTo>
                  <a:pt x="2599" y="79"/>
                  <a:pt x="2604" y="89"/>
                  <a:pt x="2608" y="98"/>
                </a:cubicBezTo>
                <a:cubicBezTo>
                  <a:pt x="2612" y="108"/>
                  <a:pt x="2615" y="118"/>
                  <a:pt x="2617" y="128"/>
                </a:cubicBezTo>
                <a:cubicBezTo>
                  <a:pt x="2619" y="138"/>
                  <a:pt x="2620" y="149"/>
                  <a:pt x="2620" y="159"/>
                </a:cubicBezTo>
                <a:lnTo>
                  <a:pt x="2620" y="610"/>
                </a:lnTo>
                <a:cubicBezTo>
                  <a:pt x="2620" y="620"/>
                  <a:pt x="2619" y="631"/>
                  <a:pt x="2617" y="641"/>
                </a:cubicBezTo>
                <a:cubicBezTo>
                  <a:pt x="2615" y="651"/>
                  <a:pt x="2612" y="661"/>
                  <a:pt x="2608" y="671"/>
                </a:cubicBezTo>
                <a:cubicBezTo>
                  <a:pt x="2604" y="680"/>
                  <a:pt x="2599" y="689"/>
                  <a:pt x="2593" y="698"/>
                </a:cubicBezTo>
                <a:cubicBezTo>
                  <a:pt x="2588" y="707"/>
                  <a:pt x="2581" y="715"/>
                  <a:pt x="2574" y="722"/>
                </a:cubicBezTo>
                <a:cubicBezTo>
                  <a:pt x="2566" y="729"/>
                  <a:pt x="2558" y="736"/>
                  <a:pt x="2550" y="742"/>
                </a:cubicBezTo>
                <a:cubicBezTo>
                  <a:pt x="2541" y="748"/>
                  <a:pt x="2532" y="752"/>
                  <a:pt x="2522" y="756"/>
                </a:cubicBezTo>
                <a:cubicBezTo>
                  <a:pt x="2512" y="760"/>
                  <a:pt x="2503" y="763"/>
                  <a:pt x="2492" y="765"/>
                </a:cubicBezTo>
                <a:cubicBezTo>
                  <a:pt x="2482" y="768"/>
                  <a:pt x="2472" y="769"/>
                  <a:pt x="2461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823200" y="3011760"/>
            <a:ext cx="577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 antes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4707360" y="3036240"/>
            <a:ext cx="845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contagem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577480" y="3011760"/>
            <a:ext cx="689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 depois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895400" y="3485880"/>
            <a:ext cx="343080" cy="286200"/>
          </a:xfrm>
          <a:custGeom>
            <a:avLst/>
            <a:gdLst/>
            <a:ahLst/>
            <a:rect l="0" t="0" r="r" b="b"/>
            <a:pathLst>
              <a:path w="953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93" y="0"/>
                </a:lnTo>
                <a:cubicBezTo>
                  <a:pt x="804" y="0"/>
                  <a:pt x="814" y="1"/>
                  <a:pt x="824" y="3"/>
                </a:cubicBezTo>
                <a:cubicBezTo>
                  <a:pt x="835" y="5"/>
                  <a:pt x="845" y="8"/>
                  <a:pt x="854" y="12"/>
                </a:cubicBezTo>
                <a:cubicBezTo>
                  <a:pt x="864" y="16"/>
                  <a:pt x="873" y="21"/>
                  <a:pt x="882" y="27"/>
                </a:cubicBezTo>
                <a:cubicBezTo>
                  <a:pt x="890" y="33"/>
                  <a:pt x="898" y="39"/>
                  <a:pt x="906" y="47"/>
                </a:cubicBezTo>
                <a:cubicBezTo>
                  <a:pt x="913" y="54"/>
                  <a:pt x="920" y="62"/>
                  <a:pt x="926" y="71"/>
                </a:cubicBezTo>
                <a:cubicBezTo>
                  <a:pt x="932" y="79"/>
                  <a:pt x="937" y="89"/>
                  <a:pt x="941" y="98"/>
                </a:cubicBezTo>
                <a:cubicBezTo>
                  <a:pt x="945" y="108"/>
                  <a:pt x="948" y="118"/>
                  <a:pt x="950" y="128"/>
                </a:cubicBezTo>
                <a:cubicBezTo>
                  <a:pt x="952" y="138"/>
                  <a:pt x="953" y="149"/>
                  <a:pt x="953" y="159"/>
                </a:cubicBezTo>
                <a:lnTo>
                  <a:pt x="953" y="636"/>
                </a:lnTo>
                <a:cubicBezTo>
                  <a:pt x="953" y="647"/>
                  <a:pt x="952" y="657"/>
                  <a:pt x="950" y="667"/>
                </a:cubicBezTo>
                <a:cubicBezTo>
                  <a:pt x="948" y="677"/>
                  <a:pt x="945" y="687"/>
                  <a:pt x="941" y="697"/>
                </a:cubicBezTo>
                <a:cubicBezTo>
                  <a:pt x="937" y="707"/>
                  <a:pt x="932" y="716"/>
                  <a:pt x="926" y="724"/>
                </a:cubicBezTo>
                <a:cubicBezTo>
                  <a:pt x="920" y="733"/>
                  <a:pt x="913" y="741"/>
                  <a:pt x="906" y="749"/>
                </a:cubicBezTo>
                <a:cubicBezTo>
                  <a:pt x="898" y="756"/>
                  <a:pt x="890" y="762"/>
                  <a:pt x="882" y="768"/>
                </a:cubicBezTo>
                <a:cubicBezTo>
                  <a:pt x="873" y="774"/>
                  <a:pt x="864" y="779"/>
                  <a:pt x="854" y="783"/>
                </a:cubicBezTo>
                <a:cubicBezTo>
                  <a:pt x="845" y="787"/>
                  <a:pt x="835" y="790"/>
                  <a:pt x="824" y="792"/>
                </a:cubicBezTo>
                <a:cubicBezTo>
                  <a:pt x="814" y="794"/>
                  <a:pt x="804" y="795"/>
                  <a:pt x="793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9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895320" y="346896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885760" y="3485880"/>
            <a:ext cx="257760" cy="286200"/>
          </a:xfrm>
          <a:custGeom>
            <a:avLst/>
            <a:gdLst/>
            <a:ahLst/>
            <a:rect l="0" t="0" r="r" b="b"/>
            <a:pathLst>
              <a:path w="716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57" y="0"/>
                </a:lnTo>
                <a:cubicBezTo>
                  <a:pt x="567" y="0"/>
                  <a:pt x="578" y="1"/>
                  <a:pt x="588" y="3"/>
                </a:cubicBezTo>
                <a:cubicBezTo>
                  <a:pt x="598" y="5"/>
                  <a:pt x="608" y="8"/>
                  <a:pt x="618" y="12"/>
                </a:cubicBezTo>
                <a:cubicBezTo>
                  <a:pt x="627" y="16"/>
                  <a:pt x="637" y="21"/>
                  <a:pt x="645" y="27"/>
                </a:cubicBezTo>
                <a:cubicBezTo>
                  <a:pt x="654" y="33"/>
                  <a:pt x="662" y="39"/>
                  <a:pt x="669" y="47"/>
                </a:cubicBezTo>
                <a:cubicBezTo>
                  <a:pt x="677" y="54"/>
                  <a:pt x="683" y="62"/>
                  <a:pt x="689" y="71"/>
                </a:cubicBezTo>
                <a:cubicBezTo>
                  <a:pt x="695" y="79"/>
                  <a:pt x="700" y="89"/>
                  <a:pt x="704" y="98"/>
                </a:cubicBezTo>
                <a:cubicBezTo>
                  <a:pt x="708" y="108"/>
                  <a:pt x="711" y="118"/>
                  <a:pt x="713" y="128"/>
                </a:cubicBezTo>
                <a:cubicBezTo>
                  <a:pt x="715" y="138"/>
                  <a:pt x="716" y="149"/>
                  <a:pt x="716" y="159"/>
                </a:cubicBezTo>
                <a:lnTo>
                  <a:pt x="716" y="636"/>
                </a:lnTo>
                <a:cubicBezTo>
                  <a:pt x="716" y="647"/>
                  <a:pt x="715" y="657"/>
                  <a:pt x="713" y="667"/>
                </a:cubicBezTo>
                <a:cubicBezTo>
                  <a:pt x="711" y="677"/>
                  <a:pt x="708" y="687"/>
                  <a:pt x="704" y="697"/>
                </a:cubicBezTo>
                <a:cubicBezTo>
                  <a:pt x="700" y="707"/>
                  <a:pt x="695" y="716"/>
                  <a:pt x="689" y="724"/>
                </a:cubicBezTo>
                <a:cubicBezTo>
                  <a:pt x="683" y="733"/>
                  <a:pt x="677" y="741"/>
                  <a:pt x="669" y="749"/>
                </a:cubicBezTo>
                <a:cubicBezTo>
                  <a:pt x="662" y="756"/>
                  <a:pt x="654" y="762"/>
                  <a:pt x="645" y="768"/>
                </a:cubicBezTo>
                <a:cubicBezTo>
                  <a:pt x="637" y="774"/>
                  <a:pt x="627" y="779"/>
                  <a:pt x="618" y="783"/>
                </a:cubicBezTo>
                <a:cubicBezTo>
                  <a:pt x="608" y="787"/>
                  <a:pt x="598" y="790"/>
                  <a:pt x="588" y="792"/>
                </a:cubicBezTo>
                <a:cubicBezTo>
                  <a:pt x="578" y="794"/>
                  <a:pt x="567" y="795"/>
                  <a:pt x="557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7" y="749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970640" y="3493440"/>
            <a:ext cx="246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"a"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4638600" y="3485880"/>
            <a:ext cx="628920" cy="286200"/>
          </a:xfrm>
          <a:custGeom>
            <a:avLst/>
            <a:gdLst/>
            <a:ahLst/>
            <a:rect l="0" t="0" r="r" b="b"/>
            <a:pathLst>
              <a:path w="1747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88" y="0"/>
                </a:lnTo>
                <a:cubicBezTo>
                  <a:pt x="1599" y="0"/>
                  <a:pt x="1609" y="1"/>
                  <a:pt x="1619" y="3"/>
                </a:cubicBezTo>
                <a:cubicBezTo>
                  <a:pt x="1629" y="5"/>
                  <a:pt x="1639" y="8"/>
                  <a:pt x="1649" y="12"/>
                </a:cubicBezTo>
                <a:cubicBezTo>
                  <a:pt x="1659" y="16"/>
                  <a:pt x="1668" y="21"/>
                  <a:pt x="1676" y="27"/>
                </a:cubicBezTo>
                <a:cubicBezTo>
                  <a:pt x="1685" y="33"/>
                  <a:pt x="1693" y="39"/>
                  <a:pt x="1700" y="47"/>
                </a:cubicBezTo>
                <a:cubicBezTo>
                  <a:pt x="1708" y="54"/>
                  <a:pt x="1714" y="62"/>
                  <a:pt x="1720" y="71"/>
                </a:cubicBezTo>
                <a:cubicBezTo>
                  <a:pt x="1726" y="79"/>
                  <a:pt x="1731" y="89"/>
                  <a:pt x="1735" y="98"/>
                </a:cubicBezTo>
                <a:cubicBezTo>
                  <a:pt x="1739" y="108"/>
                  <a:pt x="1742" y="118"/>
                  <a:pt x="1744" y="128"/>
                </a:cubicBezTo>
                <a:cubicBezTo>
                  <a:pt x="1746" y="138"/>
                  <a:pt x="1747" y="149"/>
                  <a:pt x="1747" y="159"/>
                </a:cubicBezTo>
                <a:lnTo>
                  <a:pt x="1747" y="636"/>
                </a:lnTo>
                <a:cubicBezTo>
                  <a:pt x="1747" y="647"/>
                  <a:pt x="1746" y="657"/>
                  <a:pt x="1744" y="667"/>
                </a:cubicBezTo>
                <a:cubicBezTo>
                  <a:pt x="1742" y="677"/>
                  <a:pt x="1739" y="687"/>
                  <a:pt x="1735" y="697"/>
                </a:cubicBezTo>
                <a:cubicBezTo>
                  <a:pt x="1731" y="707"/>
                  <a:pt x="1726" y="716"/>
                  <a:pt x="1720" y="724"/>
                </a:cubicBezTo>
                <a:cubicBezTo>
                  <a:pt x="1714" y="733"/>
                  <a:pt x="1708" y="741"/>
                  <a:pt x="1700" y="749"/>
                </a:cubicBezTo>
                <a:cubicBezTo>
                  <a:pt x="1693" y="756"/>
                  <a:pt x="1685" y="762"/>
                  <a:pt x="1676" y="768"/>
                </a:cubicBezTo>
                <a:cubicBezTo>
                  <a:pt x="1668" y="774"/>
                  <a:pt x="1659" y="779"/>
                  <a:pt x="1649" y="783"/>
                </a:cubicBezTo>
                <a:cubicBezTo>
                  <a:pt x="1639" y="787"/>
                  <a:pt x="1629" y="790"/>
                  <a:pt x="1619" y="792"/>
                </a:cubicBezTo>
                <a:cubicBezTo>
                  <a:pt x="1609" y="794"/>
                  <a:pt x="1599" y="795"/>
                  <a:pt x="1588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9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952720" y="349344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707360" y="3493440"/>
            <a:ext cx="525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895400" y="3933720"/>
            <a:ext cx="628920" cy="286200"/>
          </a:xfrm>
          <a:custGeom>
            <a:avLst/>
            <a:gdLst/>
            <a:ahLst/>
            <a:rect l="0" t="0" r="r" b="b"/>
            <a:pathLst>
              <a:path w="1747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88" y="0"/>
                </a:lnTo>
                <a:cubicBezTo>
                  <a:pt x="1599" y="0"/>
                  <a:pt x="1609" y="1"/>
                  <a:pt x="1619" y="3"/>
                </a:cubicBezTo>
                <a:cubicBezTo>
                  <a:pt x="1629" y="5"/>
                  <a:pt x="1639" y="8"/>
                  <a:pt x="1649" y="12"/>
                </a:cubicBezTo>
                <a:cubicBezTo>
                  <a:pt x="1659" y="16"/>
                  <a:pt x="1668" y="21"/>
                  <a:pt x="1676" y="27"/>
                </a:cubicBezTo>
                <a:cubicBezTo>
                  <a:pt x="1685" y="32"/>
                  <a:pt x="1693" y="39"/>
                  <a:pt x="1700" y="46"/>
                </a:cubicBezTo>
                <a:cubicBezTo>
                  <a:pt x="1708" y="54"/>
                  <a:pt x="1714" y="62"/>
                  <a:pt x="1720" y="70"/>
                </a:cubicBezTo>
                <a:cubicBezTo>
                  <a:pt x="1726" y="79"/>
                  <a:pt x="1731" y="88"/>
                  <a:pt x="1735" y="98"/>
                </a:cubicBezTo>
                <a:cubicBezTo>
                  <a:pt x="1739" y="107"/>
                  <a:pt x="1742" y="117"/>
                  <a:pt x="1744" y="128"/>
                </a:cubicBezTo>
                <a:cubicBezTo>
                  <a:pt x="1746" y="138"/>
                  <a:pt x="1747" y="148"/>
                  <a:pt x="1747" y="159"/>
                </a:cubicBezTo>
                <a:lnTo>
                  <a:pt x="1747" y="636"/>
                </a:lnTo>
                <a:cubicBezTo>
                  <a:pt x="1747" y="646"/>
                  <a:pt x="1746" y="657"/>
                  <a:pt x="1744" y="667"/>
                </a:cubicBezTo>
                <a:cubicBezTo>
                  <a:pt x="1742" y="677"/>
                  <a:pt x="1739" y="687"/>
                  <a:pt x="1735" y="697"/>
                </a:cubicBezTo>
                <a:cubicBezTo>
                  <a:pt x="1731" y="706"/>
                  <a:pt x="1726" y="715"/>
                  <a:pt x="1720" y="724"/>
                </a:cubicBezTo>
                <a:cubicBezTo>
                  <a:pt x="1714" y="733"/>
                  <a:pt x="1708" y="741"/>
                  <a:pt x="1700" y="748"/>
                </a:cubicBezTo>
                <a:cubicBezTo>
                  <a:pt x="1693" y="755"/>
                  <a:pt x="1685" y="762"/>
                  <a:pt x="1676" y="768"/>
                </a:cubicBezTo>
                <a:cubicBezTo>
                  <a:pt x="1668" y="774"/>
                  <a:pt x="1659" y="778"/>
                  <a:pt x="1649" y="782"/>
                </a:cubicBezTo>
                <a:cubicBezTo>
                  <a:pt x="1639" y="786"/>
                  <a:pt x="1629" y="789"/>
                  <a:pt x="1619" y="791"/>
                </a:cubicBezTo>
                <a:cubicBezTo>
                  <a:pt x="1609" y="794"/>
                  <a:pt x="1599" y="795"/>
                  <a:pt x="1588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1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8"/>
                  <a:pt x="79" y="774"/>
                  <a:pt x="70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95320" y="39168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885760" y="3933720"/>
            <a:ext cx="629280" cy="286200"/>
          </a:xfrm>
          <a:custGeom>
            <a:avLst/>
            <a:gdLst/>
            <a:ahLst/>
            <a:rect l="0" t="0" r="r" b="b"/>
            <a:pathLst>
              <a:path w="1748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89" y="0"/>
                </a:lnTo>
                <a:cubicBezTo>
                  <a:pt x="1599" y="0"/>
                  <a:pt x="1610" y="1"/>
                  <a:pt x="1620" y="3"/>
                </a:cubicBezTo>
                <a:cubicBezTo>
                  <a:pt x="1630" y="5"/>
                  <a:pt x="1640" y="8"/>
                  <a:pt x="1650" y="12"/>
                </a:cubicBezTo>
                <a:cubicBezTo>
                  <a:pt x="1659" y="16"/>
                  <a:pt x="1668" y="21"/>
                  <a:pt x="1677" y="27"/>
                </a:cubicBezTo>
                <a:cubicBezTo>
                  <a:pt x="1686" y="32"/>
                  <a:pt x="1694" y="39"/>
                  <a:pt x="1701" y="46"/>
                </a:cubicBezTo>
                <a:cubicBezTo>
                  <a:pt x="1708" y="54"/>
                  <a:pt x="1715" y="62"/>
                  <a:pt x="1721" y="70"/>
                </a:cubicBezTo>
                <a:cubicBezTo>
                  <a:pt x="1727" y="79"/>
                  <a:pt x="1732" y="88"/>
                  <a:pt x="1736" y="98"/>
                </a:cubicBezTo>
                <a:cubicBezTo>
                  <a:pt x="1740" y="107"/>
                  <a:pt x="1743" y="117"/>
                  <a:pt x="1745" y="128"/>
                </a:cubicBezTo>
                <a:cubicBezTo>
                  <a:pt x="1747" y="138"/>
                  <a:pt x="1748" y="148"/>
                  <a:pt x="1748" y="159"/>
                </a:cubicBezTo>
                <a:lnTo>
                  <a:pt x="1748" y="636"/>
                </a:lnTo>
                <a:cubicBezTo>
                  <a:pt x="1748" y="646"/>
                  <a:pt x="1747" y="657"/>
                  <a:pt x="1745" y="667"/>
                </a:cubicBezTo>
                <a:cubicBezTo>
                  <a:pt x="1743" y="677"/>
                  <a:pt x="1740" y="687"/>
                  <a:pt x="1736" y="697"/>
                </a:cubicBezTo>
                <a:cubicBezTo>
                  <a:pt x="1732" y="706"/>
                  <a:pt x="1727" y="715"/>
                  <a:pt x="1721" y="724"/>
                </a:cubicBezTo>
                <a:cubicBezTo>
                  <a:pt x="1715" y="733"/>
                  <a:pt x="1708" y="741"/>
                  <a:pt x="1701" y="748"/>
                </a:cubicBezTo>
                <a:cubicBezTo>
                  <a:pt x="1694" y="755"/>
                  <a:pt x="1686" y="762"/>
                  <a:pt x="1677" y="768"/>
                </a:cubicBezTo>
                <a:cubicBezTo>
                  <a:pt x="1668" y="774"/>
                  <a:pt x="1659" y="778"/>
                  <a:pt x="1650" y="782"/>
                </a:cubicBezTo>
                <a:cubicBezTo>
                  <a:pt x="1640" y="786"/>
                  <a:pt x="1630" y="789"/>
                  <a:pt x="1620" y="791"/>
                </a:cubicBezTo>
                <a:cubicBezTo>
                  <a:pt x="1610" y="794"/>
                  <a:pt x="1599" y="795"/>
                  <a:pt x="1589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8"/>
                  <a:pt x="80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970640" y="3941280"/>
            <a:ext cx="517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"casa"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638600" y="3933720"/>
            <a:ext cx="1276560" cy="286200"/>
          </a:xfrm>
          <a:custGeom>
            <a:avLst/>
            <a:gdLst/>
            <a:ahLst/>
            <a:rect l="0" t="0" r="r" b="b"/>
            <a:pathLst>
              <a:path w="3546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387" y="0"/>
                </a:lnTo>
                <a:cubicBezTo>
                  <a:pt x="3398" y="0"/>
                  <a:pt x="3408" y="1"/>
                  <a:pt x="3418" y="3"/>
                </a:cubicBezTo>
                <a:cubicBezTo>
                  <a:pt x="3429" y="5"/>
                  <a:pt x="3438" y="8"/>
                  <a:pt x="3448" y="12"/>
                </a:cubicBezTo>
                <a:cubicBezTo>
                  <a:pt x="3458" y="16"/>
                  <a:pt x="3467" y="21"/>
                  <a:pt x="3476" y="27"/>
                </a:cubicBezTo>
                <a:cubicBezTo>
                  <a:pt x="3484" y="32"/>
                  <a:pt x="3492" y="39"/>
                  <a:pt x="3500" y="46"/>
                </a:cubicBezTo>
                <a:cubicBezTo>
                  <a:pt x="3507" y="54"/>
                  <a:pt x="3514" y="62"/>
                  <a:pt x="3519" y="70"/>
                </a:cubicBezTo>
                <a:cubicBezTo>
                  <a:pt x="3525" y="79"/>
                  <a:pt x="3530" y="88"/>
                  <a:pt x="3534" y="98"/>
                </a:cubicBezTo>
                <a:cubicBezTo>
                  <a:pt x="3538" y="107"/>
                  <a:pt x="3541" y="117"/>
                  <a:pt x="3543" y="128"/>
                </a:cubicBezTo>
                <a:cubicBezTo>
                  <a:pt x="3545" y="138"/>
                  <a:pt x="3546" y="148"/>
                  <a:pt x="3546" y="159"/>
                </a:cubicBezTo>
                <a:lnTo>
                  <a:pt x="3546" y="636"/>
                </a:lnTo>
                <a:cubicBezTo>
                  <a:pt x="3546" y="646"/>
                  <a:pt x="3545" y="657"/>
                  <a:pt x="3543" y="667"/>
                </a:cubicBezTo>
                <a:cubicBezTo>
                  <a:pt x="3541" y="677"/>
                  <a:pt x="3538" y="687"/>
                  <a:pt x="3534" y="697"/>
                </a:cubicBezTo>
                <a:cubicBezTo>
                  <a:pt x="3530" y="706"/>
                  <a:pt x="3525" y="715"/>
                  <a:pt x="3519" y="724"/>
                </a:cubicBezTo>
                <a:cubicBezTo>
                  <a:pt x="3514" y="733"/>
                  <a:pt x="3507" y="741"/>
                  <a:pt x="3500" y="748"/>
                </a:cubicBezTo>
                <a:cubicBezTo>
                  <a:pt x="3492" y="755"/>
                  <a:pt x="3484" y="762"/>
                  <a:pt x="3476" y="768"/>
                </a:cubicBezTo>
                <a:cubicBezTo>
                  <a:pt x="3467" y="774"/>
                  <a:pt x="3458" y="778"/>
                  <a:pt x="3448" y="782"/>
                </a:cubicBezTo>
                <a:cubicBezTo>
                  <a:pt x="3438" y="786"/>
                  <a:pt x="3429" y="789"/>
                  <a:pt x="3418" y="791"/>
                </a:cubicBezTo>
                <a:cubicBezTo>
                  <a:pt x="3408" y="794"/>
                  <a:pt x="3398" y="795"/>
                  <a:pt x="3387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1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8"/>
                  <a:pt x="79" y="774"/>
                  <a:pt x="70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952720" y="3941280"/>
            <a:ext cx="525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707360" y="3941280"/>
            <a:ext cx="1186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1, casa: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895400" y="4381200"/>
            <a:ext cx="343080" cy="286200"/>
          </a:xfrm>
          <a:custGeom>
            <a:avLst/>
            <a:gdLst/>
            <a:ahLst/>
            <a:rect l="0" t="0" r="r" b="b"/>
            <a:pathLst>
              <a:path w="953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93" y="0"/>
                </a:lnTo>
                <a:cubicBezTo>
                  <a:pt x="804" y="0"/>
                  <a:pt x="814" y="1"/>
                  <a:pt x="824" y="3"/>
                </a:cubicBezTo>
                <a:cubicBezTo>
                  <a:pt x="835" y="5"/>
                  <a:pt x="845" y="8"/>
                  <a:pt x="854" y="12"/>
                </a:cubicBezTo>
                <a:cubicBezTo>
                  <a:pt x="864" y="16"/>
                  <a:pt x="873" y="21"/>
                  <a:pt x="882" y="27"/>
                </a:cubicBezTo>
                <a:cubicBezTo>
                  <a:pt x="890" y="33"/>
                  <a:pt x="898" y="39"/>
                  <a:pt x="906" y="47"/>
                </a:cubicBezTo>
                <a:cubicBezTo>
                  <a:pt x="913" y="54"/>
                  <a:pt x="920" y="62"/>
                  <a:pt x="926" y="71"/>
                </a:cubicBezTo>
                <a:cubicBezTo>
                  <a:pt x="932" y="80"/>
                  <a:pt x="937" y="89"/>
                  <a:pt x="941" y="98"/>
                </a:cubicBezTo>
                <a:cubicBezTo>
                  <a:pt x="945" y="108"/>
                  <a:pt x="948" y="118"/>
                  <a:pt x="950" y="129"/>
                </a:cubicBezTo>
                <a:cubicBezTo>
                  <a:pt x="952" y="139"/>
                  <a:pt x="953" y="150"/>
                  <a:pt x="953" y="160"/>
                </a:cubicBezTo>
                <a:lnTo>
                  <a:pt x="953" y="636"/>
                </a:lnTo>
                <a:cubicBezTo>
                  <a:pt x="953" y="647"/>
                  <a:pt x="952" y="657"/>
                  <a:pt x="950" y="667"/>
                </a:cubicBezTo>
                <a:cubicBezTo>
                  <a:pt x="948" y="678"/>
                  <a:pt x="945" y="687"/>
                  <a:pt x="941" y="697"/>
                </a:cubicBezTo>
                <a:cubicBezTo>
                  <a:pt x="937" y="707"/>
                  <a:pt x="932" y="716"/>
                  <a:pt x="926" y="725"/>
                </a:cubicBezTo>
                <a:cubicBezTo>
                  <a:pt x="920" y="733"/>
                  <a:pt x="913" y="741"/>
                  <a:pt x="906" y="749"/>
                </a:cubicBezTo>
                <a:cubicBezTo>
                  <a:pt x="898" y="756"/>
                  <a:pt x="890" y="763"/>
                  <a:pt x="882" y="768"/>
                </a:cubicBezTo>
                <a:cubicBezTo>
                  <a:pt x="873" y="774"/>
                  <a:pt x="864" y="779"/>
                  <a:pt x="854" y="783"/>
                </a:cubicBezTo>
                <a:cubicBezTo>
                  <a:pt x="845" y="787"/>
                  <a:pt x="835" y="790"/>
                  <a:pt x="824" y="792"/>
                </a:cubicBezTo>
                <a:cubicBezTo>
                  <a:pt x="814" y="794"/>
                  <a:pt x="804" y="795"/>
                  <a:pt x="793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6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95320" y="436428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885760" y="4381200"/>
            <a:ext cx="1276920" cy="286200"/>
          </a:xfrm>
          <a:custGeom>
            <a:avLst/>
            <a:gdLst/>
            <a:ahLst/>
            <a:rect l="0" t="0" r="r" b="b"/>
            <a:pathLst>
              <a:path w="3547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388" y="0"/>
                </a:lnTo>
                <a:cubicBezTo>
                  <a:pt x="3398" y="0"/>
                  <a:pt x="3409" y="1"/>
                  <a:pt x="3419" y="3"/>
                </a:cubicBezTo>
                <a:cubicBezTo>
                  <a:pt x="3429" y="5"/>
                  <a:pt x="3439" y="8"/>
                  <a:pt x="3449" y="12"/>
                </a:cubicBezTo>
                <a:cubicBezTo>
                  <a:pt x="3458" y="16"/>
                  <a:pt x="3468" y="21"/>
                  <a:pt x="3476" y="27"/>
                </a:cubicBezTo>
                <a:cubicBezTo>
                  <a:pt x="3485" y="33"/>
                  <a:pt x="3493" y="39"/>
                  <a:pt x="3500" y="47"/>
                </a:cubicBezTo>
                <a:cubicBezTo>
                  <a:pt x="3508" y="54"/>
                  <a:pt x="3514" y="62"/>
                  <a:pt x="3520" y="71"/>
                </a:cubicBezTo>
                <a:cubicBezTo>
                  <a:pt x="3526" y="80"/>
                  <a:pt x="3531" y="89"/>
                  <a:pt x="3535" y="98"/>
                </a:cubicBezTo>
                <a:cubicBezTo>
                  <a:pt x="3539" y="108"/>
                  <a:pt x="3542" y="118"/>
                  <a:pt x="3544" y="129"/>
                </a:cubicBezTo>
                <a:cubicBezTo>
                  <a:pt x="3546" y="139"/>
                  <a:pt x="3547" y="150"/>
                  <a:pt x="3547" y="160"/>
                </a:cubicBezTo>
                <a:lnTo>
                  <a:pt x="3547" y="636"/>
                </a:lnTo>
                <a:cubicBezTo>
                  <a:pt x="3547" y="647"/>
                  <a:pt x="3546" y="657"/>
                  <a:pt x="3544" y="667"/>
                </a:cubicBezTo>
                <a:cubicBezTo>
                  <a:pt x="3542" y="678"/>
                  <a:pt x="3539" y="687"/>
                  <a:pt x="3535" y="697"/>
                </a:cubicBezTo>
                <a:cubicBezTo>
                  <a:pt x="3531" y="707"/>
                  <a:pt x="3526" y="716"/>
                  <a:pt x="3520" y="725"/>
                </a:cubicBezTo>
                <a:cubicBezTo>
                  <a:pt x="3514" y="733"/>
                  <a:pt x="3508" y="741"/>
                  <a:pt x="3500" y="749"/>
                </a:cubicBezTo>
                <a:cubicBezTo>
                  <a:pt x="3493" y="756"/>
                  <a:pt x="3485" y="763"/>
                  <a:pt x="3476" y="768"/>
                </a:cubicBezTo>
                <a:cubicBezTo>
                  <a:pt x="3468" y="774"/>
                  <a:pt x="3458" y="779"/>
                  <a:pt x="3449" y="783"/>
                </a:cubicBezTo>
                <a:cubicBezTo>
                  <a:pt x="3439" y="787"/>
                  <a:pt x="3429" y="790"/>
                  <a:pt x="3419" y="792"/>
                </a:cubicBezTo>
                <a:cubicBezTo>
                  <a:pt x="3409" y="794"/>
                  <a:pt x="3398" y="795"/>
                  <a:pt x="3388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40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970640" y="4388760"/>
            <a:ext cx="246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"a"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638600" y="4381200"/>
            <a:ext cx="1276560" cy="286200"/>
          </a:xfrm>
          <a:custGeom>
            <a:avLst/>
            <a:gdLst/>
            <a:ahLst/>
            <a:rect l="0" t="0" r="r" b="b"/>
            <a:pathLst>
              <a:path w="3546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387" y="0"/>
                </a:lnTo>
                <a:cubicBezTo>
                  <a:pt x="3398" y="0"/>
                  <a:pt x="3408" y="1"/>
                  <a:pt x="3418" y="3"/>
                </a:cubicBezTo>
                <a:cubicBezTo>
                  <a:pt x="3429" y="5"/>
                  <a:pt x="3438" y="8"/>
                  <a:pt x="3448" y="12"/>
                </a:cubicBezTo>
                <a:cubicBezTo>
                  <a:pt x="3458" y="16"/>
                  <a:pt x="3467" y="21"/>
                  <a:pt x="3476" y="27"/>
                </a:cubicBezTo>
                <a:cubicBezTo>
                  <a:pt x="3484" y="33"/>
                  <a:pt x="3492" y="39"/>
                  <a:pt x="3500" y="47"/>
                </a:cubicBezTo>
                <a:cubicBezTo>
                  <a:pt x="3507" y="54"/>
                  <a:pt x="3514" y="62"/>
                  <a:pt x="3519" y="71"/>
                </a:cubicBezTo>
                <a:cubicBezTo>
                  <a:pt x="3525" y="80"/>
                  <a:pt x="3530" y="89"/>
                  <a:pt x="3534" y="98"/>
                </a:cubicBezTo>
                <a:cubicBezTo>
                  <a:pt x="3538" y="108"/>
                  <a:pt x="3541" y="118"/>
                  <a:pt x="3543" y="129"/>
                </a:cubicBezTo>
                <a:cubicBezTo>
                  <a:pt x="3545" y="139"/>
                  <a:pt x="3546" y="150"/>
                  <a:pt x="3546" y="160"/>
                </a:cubicBezTo>
                <a:lnTo>
                  <a:pt x="3546" y="636"/>
                </a:lnTo>
                <a:cubicBezTo>
                  <a:pt x="3546" y="647"/>
                  <a:pt x="3545" y="657"/>
                  <a:pt x="3543" y="667"/>
                </a:cubicBezTo>
                <a:cubicBezTo>
                  <a:pt x="3541" y="678"/>
                  <a:pt x="3538" y="687"/>
                  <a:pt x="3534" y="697"/>
                </a:cubicBezTo>
                <a:cubicBezTo>
                  <a:pt x="3530" y="707"/>
                  <a:pt x="3525" y="716"/>
                  <a:pt x="3519" y="725"/>
                </a:cubicBezTo>
                <a:cubicBezTo>
                  <a:pt x="3514" y="733"/>
                  <a:pt x="3507" y="741"/>
                  <a:pt x="3500" y="749"/>
                </a:cubicBezTo>
                <a:cubicBezTo>
                  <a:pt x="3492" y="756"/>
                  <a:pt x="3484" y="763"/>
                  <a:pt x="3476" y="768"/>
                </a:cubicBezTo>
                <a:cubicBezTo>
                  <a:pt x="3467" y="774"/>
                  <a:pt x="3458" y="779"/>
                  <a:pt x="3448" y="783"/>
                </a:cubicBezTo>
                <a:cubicBezTo>
                  <a:pt x="3438" y="787"/>
                  <a:pt x="3429" y="790"/>
                  <a:pt x="3418" y="792"/>
                </a:cubicBezTo>
                <a:cubicBezTo>
                  <a:pt x="3408" y="794"/>
                  <a:pt x="3398" y="795"/>
                  <a:pt x="3387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6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952720" y="4388760"/>
            <a:ext cx="1186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1, casa: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4707360" y="4388760"/>
            <a:ext cx="1186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2, casa: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476840" y="4933800"/>
            <a:ext cx="1276920" cy="276480"/>
          </a:xfrm>
          <a:custGeom>
            <a:avLst/>
            <a:gdLst/>
            <a:ahLst/>
            <a:rect l="0" t="0" r="r" b="b"/>
            <a:pathLst>
              <a:path w="3547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388" y="0"/>
                </a:lnTo>
                <a:cubicBezTo>
                  <a:pt x="3398" y="0"/>
                  <a:pt x="3409" y="1"/>
                  <a:pt x="3419" y="3"/>
                </a:cubicBezTo>
                <a:cubicBezTo>
                  <a:pt x="3429" y="5"/>
                  <a:pt x="3439" y="8"/>
                  <a:pt x="3449" y="12"/>
                </a:cubicBezTo>
                <a:cubicBezTo>
                  <a:pt x="3458" y="16"/>
                  <a:pt x="3467" y="21"/>
                  <a:pt x="3476" y="27"/>
                </a:cubicBezTo>
                <a:cubicBezTo>
                  <a:pt x="3485" y="32"/>
                  <a:pt x="3493" y="39"/>
                  <a:pt x="3500" y="46"/>
                </a:cubicBezTo>
                <a:cubicBezTo>
                  <a:pt x="3508" y="54"/>
                  <a:pt x="3514" y="62"/>
                  <a:pt x="3520" y="70"/>
                </a:cubicBezTo>
                <a:cubicBezTo>
                  <a:pt x="3526" y="79"/>
                  <a:pt x="3531" y="88"/>
                  <a:pt x="3535" y="98"/>
                </a:cubicBezTo>
                <a:cubicBezTo>
                  <a:pt x="3539" y="108"/>
                  <a:pt x="3542" y="117"/>
                  <a:pt x="3544" y="128"/>
                </a:cubicBezTo>
                <a:cubicBezTo>
                  <a:pt x="3546" y="138"/>
                  <a:pt x="3547" y="148"/>
                  <a:pt x="3547" y="159"/>
                </a:cubicBezTo>
                <a:lnTo>
                  <a:pt x="3547" y="609"/>
                </a:lnTo>
                <a:cubicBezTo>
                  <a:pt x="3547" y="620"/>
                  <a:pt x="3546" y="630"/>
                  <a:pt x="3544" y="640"/>
                </a:cubicBezTo>
                <a:cubicBezTo>
                  <a:pt x="3542" y="651"/>
                  <a:pt x="3539" y="661"/>
                  <a:pt x="3535" y="670"/>
                </a:cubicBezTo>
                <a:cubicBezTo>
                  <a:pt x="3531" y="680"/>
                  <a:pt x="3526" y="689"/>
                  <a:pt x="3520" y="698"/>
                </a:cubicBezTo>
                <a:cubicBezTo>
                  <a:pt x="3514" y="706"/>
                  <a:pt x="3508" y="714"/>
                  <a:pt x="3500" y="722"/>
                </a:cubicBezTo>
                <a:cubicBezTo>
                  <a:pt x="3493" y="729"/>
                  <a:pt x="3485" y="736"/>
                  <a:pt x="3476" y="741"/>
                </a:cubicBezTo>
                <a:cubicBezTo>
                  <a:pt x="3467" y="747"/>
                  <a:pt x="3458" y="752"/>
                  <a:pt x="3449" y="756"/>
                </a:cubicBezTo>
                <a:cubicBezTo>
                  <a:pt x="3439" y="760"/>
                  <a:pt x="3429" y="763"/>
                  <a:pt x="3419" y="765"/>
                </a:cubicBezTo>
                <a:cubicBezTo>
                  <a:pt x="3409" y="767"/>
                  <a:pt x="3398" y="768"/>
                  <a:pt x="3388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104840" y="4907160"/>
            <a:ext cx="6778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É o mesmo objeto mudando linha a linha — não três objetos. Previsão: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547400" y="4941360"/>
            <a:ext cx="1186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{ a: 2, casa: 1 }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8754840" y="490716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1748240" y="6458400"/>
            <a:ext cx="20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38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"/>
          <p:cNvSpPr/>
          <p:nvPr/>
        </p:nvSpPr>
        <p:spPr>
          <a:xfrm>
            <a:off x="761760" y="181908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766440" y="3119400"/>
            <a:ext cx="10658880" cy="952560"/>
          </a:xfrm>
          <a:custGeom>
            <a:avLst/>
            <a:gdLst/>
            <a:ahLst/>
            <a:rect l="0" t="0" r="r" b="b"/>
            <a:pathLst>
              <a:path w="29608" h="2646">
                <a:moveTo>
                  <a:pt x="0" y="2448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1"/>
                  <a:pt x="29449" y="3"/>
                </a:cubicBezTo>
                <a:cubicBezTo>
                  <a:pt x="29461" y="6"/>
                  <a:pt x="29474" y="10"/>
                  <a:pt x="29486" y="15"/>
                </a:cubicBezTo>
                <a:cubicBezTo>
                  <a:pt x="29498" y="20"/>
                  <a:pt x="29509" y="26"/>
                  <a:pt x="29520" y="33"/>
                </a:cubicBezTo>
                <a:cubicBezTo>
                  <a:pt x="29531" y="40"/>
                  <a:pt x="29541" y="49"/>
                  <a:pt x="29550" y="58"/>
                </a:cubicBezTo>
                <a:cubicBezTo>
                  <a:pt x="29559" y="67"/>
                  <a:pt x="29568" y="77"/>
                  <a:pt x="29575" y="88"/>
                </a:cubicBezTo>
                <a:cubicBezTo>
                  <a:pt x="29582" y="99"/>
                  <a:pt x="29588" y="110"/>
                  <a:pt x="29593" y="122"/>
                </a:cubicBezTo>
                <a:cubicBezTo>
                  <a:pt x="29598" y="134"/>
                  <a:pt x="29602" y="147"/>
                  <a:pt x="29604" y="159"/>
                </a:cubicBezTo>
                <a:cubicBezTo>
                  <a:pt x="29607" y="172"/>
                  <a:pt x="29608" y="185"/>
                  <a:pt x="29608" y="198"/>
                </a:cubicBezTo>
                <a:lnTo>
                  <a:pt x="29608" y="2448"/>
                </a:lnTo>
                <a:cubicBezTo>
                  <a:pt x="29608" y="2461"/>
                  <a:pt x="29607" y="2474"/>
                  <a:pt x="29604" y="2487"/>
                </a:cubicBezTo>
                <a:cubicBezTo>
                  <a:pt x="29602" y="2499"/>
                  <a:pt x="29598" y="2512"/>
                  <a:pt x="29593" y="2524"/>
                </a:cubicBezTo>
                <a:cubicBezTo>
                  <a:pt x="29588" y="2536"/>
                  <a:pt x="29582" y="2547"/>
                  <a:pt x="29575" y="2558"/>
                </a:cubicBezTo>
                <a:cubicBezTo>
                  <a:pt x="29568" y="2569"/>
                  <a:pt x="29559" y="2579"/>
                  <a:pt x="29550" y="2588"/>
                </a:cubicBezTo>
                <a:cubicBezTo>
                  <a:pt x="29541" y="2598"/>
                  <a:pt x="29531" y="2606"/>
                  <a:pt x="29520" y="2613"/>
                </a:cubicBezTo>
                <a:cubicBezTo>
                  <a:pt x="29509" y="2620"/>
                  <a:pt x="29498" y="2626"/>
                  <a:pt x="29486" y="2631"/>
                </a:cubicBezTo>
                <a:cubicBezTo>
                  <a:pt x="29474" y="2636"/>
                  <a:pt x="29461" y="2640"/>
                  <a:pt x="29449" y="2643"/>
                </a:cubicBezTo>
                <a:cubicBezTo>
                  <a:pt x="29436" y="2645"/>
                  <a:pt x="29423" y="2646"/>
                  <a:pt x="29410" y="2646"/>
                </a:cubicBezTo>
                <a:lnTo>
                  <a:pt x="199" y="2646"/>
                </a:lnTo>
                <a:cubicBezTo>
                  <a:pt x="186" y="2646"/>
                  <a:pt x="173" y="2645"/>
                  <a:pt x="160" y="2643"/>
                </a:cubicBezTo>
                <a:cubicBezTo>
                  <a:pt x="147" y="2640"/>
                  <a:pt x="135" y="2636"/>
                  <a:pt x="123" y="2631"/>
                </a:cubicBezTo>
                <a:cubicBezTo>
                  <a:pt x="111" y="2626"/>
                  <a:pt x="99" y="2620"/>
                  <a:pt x="89" y="2613"/>
                </a:cubicBezTo>
                <a:cubicBezTo>
                  <a:pt x="78" y="2606"/>
                  <a:pt x="68" y="2598"/>
                  <a:pt x="59" y="2588"/>
                </a:cubicBezTo>
                <a:cubicBezTo>
                  <a:pt x="49" y="2579"/>
                  <a:pt x="41" y="2569"/>
                  <a:pt x="34" y="2558"/>
                </a:cubicBezTo>
                <a:cubicBezTo>
                  <a:pt x="27" y="2547"/>
                  <a:pt x="20" y="2536"/>
                  <a:pt x="16" y="2524"/>
                </a:cubicBezTo>
                <a:cubicBezTo>
                  <a:pt x="11" y="2512"/>
                  <a:pt x="7" y="2499"/>
                  <a:pt x="4" y="2487"/>
                </a:cubicBezTo>
                <a:cubicBezTo>
                  <a:pt x="2" y="2474"/>
                  <a:pt x="0" y="2461"/>
                  <a:pt x="0" y="2448"/>
                </a:cubicBezTo>
                <a:close/>
              </a:path>
            </a:pathLst>
          </a:custGeom>
          <a:solidFill>
            <a:srgbClr val="1a2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766440" y="3119400"/>
            <a:ext cx="10658880" cy="952560"/>
          </a:xfrm>
          <a:custGeom>
            <a:avLst/>
            <a:gdLst/>
            <a:ahLst/>
            <a:rect l="0" t="0" r="r" b="b"/>
            <a:pathLst>
              <a:path w="29608" h="2646">
                <a:moveTo>
                  <a:pt x="0" y="2448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410" y="0"/>
                </a:lnTo>
                <a:cubicBezTo>
                  <a:pt x="29423" y="0"/>
                  <a:pt x="29436" y="1"/>
                  <a:pt x="29449" y="3"/>
                </a:cubicBezTo>
                <a:cubicBezTo>
                  <a:pt x="29461" y="6"/>
                  <a:pt x="29474" y="10"/>
                  <a:pt x="29486" y="15"/>
                </a:cubicBezTo>
                <a:cubicBezTo>
                  <a:pt x="29498" y="20"/>
                  <a:pt x="29509" y="26"/>
                  <a:pt x="29520" y="33"/>
                </a:cubicBezTo>
                <a:cubicBezTo>
                  <a:pt x="29531" y="40"/>
                  <a:pt x="29541" y="49"/>
                  <a:pt x="29550" y="58"/>
                </a:cubicBezTo>
                <a:cubicBezTo>
                  <a:pt x="29559" y="67"/>
                  <a:pt x="29568" y="77"/>
                  <a:pt x="29575" y="88"/>
                </a:cubicBezTo>
                <a:cubicBezTo>
                  <a:pt x="29582" y="99"/>
                  <a:pt x="29588" y="110"/>
                  <a:pt x="29593" y="122"/>
                </a:cubicBezTo>
                <a:cubicBezTo>
                  <a:pt x="29598" y="134"/>
                  <a:pt x="29602" y="147"/>
                  <a:pt x="29604" y="159"/>
                </a:cubicBezTo>
                <a:cubicBezTo>
                  <a:pt x="29607" y="172"/>
                  <a:pt x="29608" y="185"/>
                  <a:pt x="29608" y="198"/>
                </a:cubicBezTo>
                <a:lnTo>
                  <a:pt x="29608" y="2448"/>
                </a:lnTo>
                <a:cubicBezTo>
                  <a:pt x="29608" y="2461"/>
                  <a:pt x="29607" y="2474"/>
                  <a:pt x="29604" y="2487"/>
                </a:cubicBezTo>
                <a:cubicBezTo>
                  <a:pt x="29602" y="2499"/>
                  <a:pt x="29598" y="2512"/>
                  <a:pt x="29593" y="2524"/>
                </a:cubicBezTo>
                <a:cubicBezTo>
                  <a:pt x="29588" y="2536"/>
                  <a:pt x="29582" y="2547"/>
                  <a:pt x="29575" y="2558"/>
                </a:cubicBezTo>
                <a:cubicBezTo>
                  <a:pt x="29568" y="2569"/>
                  <a:pt x="29559" y="2579"/>
                  <a:pt x="29550" y="2588"/>
                </a:cubicBezTo>
                <a:cubicBezTo>
                  <a:pt x="29541" y="2598"/>
                  <a:pt x="29531" y="2606"/>
                  <a:pt x="29520" y="2613"/>
                </a:cubicBezTo>
                <a:cubicBezTo>
                  <a:pt x="29509" y="2620"/>
                  <a:pt x="29498" y="2626"/>
                  <a:pt x="29486" y="2631"/>
                </a:cubicBezTo>
                <a:cubicBezTo>
                  <a:pt x="29474" y="2636"/>
                  <a:pt x="29461" y="2640"/>
                  <a:pt x="29449" y="2643"/>
                </a:cubicBezTo>
                <a:cubicBezTo>
                  <a:pt x="29436" y="2645"/>
                  <a:pt x="29423" y="2646"/>
                  <a:pt x="29410" y="2646"/>
                </a:cubicBezTo>
                <a:lnTo>
                  <a:pt x="199" y="2646"/>
                </a:lnTo>
                <a:cubicBezTo>
                  <a:pt x="186" y="2646"/>
                  <a:pt x="173" y="2645"/>
                  <a:pt x="160" y="2643"/>
                </a:cubicBezTo>
                <a:cubicBezTo>
                  <a:pt x="147" y="2640"/>
                  <a:pt x="135" y="2636"/>
                  <a:pt x="123" y="2631"/>
                </a:cubicBezTo>
                <a:cubicBezTo>
                  <a:pt x="111" y="2626"/>
                  <a:pt x="99" y="2620"/>
                  <a:pt x="89" y="2613"/>
                </a:cubicBezTo>
                <a:cubicBezTo>
                  <a:pt x="78" y="2606"/>
                  <a:pt x="68" y="2598"/>
                  <a:pt x="59" y="2588"/>
                </a:cubicBezTo>
                <a:cubicBezTo>
                  <a:pt x="49" y="2579"/>
                  <a:pt x="41" y="2569"/>
                  <a:pt x="34" y="2558"/>
                </a:cubicBezTo>
                <a:cubicBezTo>
                  <a:pt x="27" y="2547"/>
                  <a:pt x="20" y="2536"/>
                  <a:pt x="16" y="2524"/>
                </a:cubicBezTo>
                <a:cubicBezTo>
                  <a:pt x="11" y="2512"/>
                  <a:pt x="7" y="2499"/>
                  <a:pt x="4" y="2487"/>
                </a:cubicBezTo>
                <a:cubicBezTo>
                  <a:pt x="2" y="2474"/>
                  <a:pt x="0" y="2461"/>
                  <a:pt x="0" y="2448"/>
                </a:cubicBezTo>
                <a:close/>
              </a:path>
            </a:pathLst>
          </a:custGeom>
          <a:noFill/>
          <a:ln w="9360">
            <a:solidFill>
              <a:srgbClr val="78c04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961920" y="1775520"/>
            <a:ext cx="37756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Exemplo — conferir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62120" y="2517840"/>
            <a:ext cx="28018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Campo 6 — só agora roda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961920" y="3273120"/>
            <a:ext cx="640836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0550ae"/>
                </a:solidFill>
                <a:effectLst/>
                <a:uFillTx/>
                <a:latin typeface="Roboto"/>
                <a:ea typeface="Roboto"/>
              </a:rPr>
              <a:t>console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.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log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contarPalavras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ffa500"/>
                </a:solidFill>
                <a:effectLst/>
                <a:uFillTx/>
                <a:latin typeface="Roboto"/>
                <a:ea typeface="Roboto"/>
              </a:rPr>
              <a:t>"a casa a"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));  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{ a: 2, casa: 1 }  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134840" y="3296880"/>
            <a:ext cx="234360" cy="28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AdwaitaSans"/>
                <a:ea typeface="AdwaitaSans"/>
              </a:rPr>
              <a:t>✓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61920" y="3549600"/>
            <a:ext cx="615852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0550ae"/>
                </a:solidFill>
                <a:effectLst/>
                <a:uFillTx/>
                <a:latin typeface="Roboto"/>
                <a:ea typeface="Roboto"/>
              </a:rPr>
              <a:t>console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.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log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6639ba"/>
                </a:solidFill>
                <a:effectLst/>
                <a:uFillTx/>
                <a:latin typeface="Roboto"/>
                <a:ea typeface="Roboto"/>
              </a:rPr>
              <a:t>contarPalavras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1850" b="0" u="none" strike="noStrike">
                <a:solidFill>
                  <a:srgbClr val="ffa500"/>
                </a:solidFill>
                <a:effectLst/>
                <a:uFillTx/>
                <a:latin typeface="Roboto"/>
                <a:ea typeface="Roboto"/>
              </a:rPr>
              <a:t>"sol sol sol"</a:t>
            </a:r>
            <a:r>
              <a:rPr lang="pt-BR" sz="18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)); </a:t>
            </a:r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Roboto"/>
                <a:ea typeface="Roboto"/>
              </a:rPr>
              <a:t>// { sol: 3 }        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887160" y="3573000"/>
            <a:ext cx="234360" cy="28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50" b="0" u="none" strike="noStrike">
                <a:solidFill>
                  <a:srgbClr val="888888"/>
                </a:solidFill>
                <a:effectLst/>
                <a:uFillTx/>
                <a:latin typeface="AdwaitaSans"/>
                <a:ea typeface="AdwaitaSans"/>
              </a:rPr>
              <a:t>✓</a:t>
            </a:r>
            <a:endParaRPr lang="pt-BR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62120" y="4240440"/>
            <a:ext cx="3491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Bateu com os exemplos do campo 1.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62120" y="4726440"/>
            <a:ext cx="6754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Só agora sabemos que está certo — e sabemos por quê, não por sorte.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748240" y="6458400"/>
            <a:ext cx="20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11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/>
          <p:nvPr/>
        </p:nvSpPr>
        <p:spPr>
          <a:xfrm>
            <a:off x="761760" y="1514160"/>
            <a:ext cx="57600" cy="629280"/>
          </a:xfrm>
          <a:custGeom>
            <a:avLst/>
            <a:gdLst/>
            <a:ahLst/>
            <a:rect l="0" t="0" r="r" b="b"/>
            <a:pathLst>
              <a:path w="160" h="1748">
                <a:moveTo>
                  <a:pt x="0" y="0"/>
                </a:moveTo>
                <a:lnTo>
                  <a:pt x="160" y="0"/>
                </a:lnTo>
                <a:lnTo>
                  <a:pt x="16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61760" y="2809800"/>
            <a:ext cx="66960" cy="324000"/>
          </a:xfrm>
          <a:custGeom>
            <a:avLst/>
            <a:gdLst/>
            <a:ahLst/>
            <a:rect l="0" t="0" r="r" b="b"/>
            <a:pathLst>
              <a:path w="186" h="900">
                <a:moveTo>
                  <a:pt x="0" y="0"/>
                </a:moveTo>
                <a:lnTo>
                  <a:pt x="186" y="0"/>
                </a:lnTo>
                <a:lnTo>
                  <a:pt x="18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61760" y="5019480"/>
            <a:ext cx="66960" cy="324360"/>
          </a:xfrm>
          <a:custGeom>
            <a:avLst/>
            <a:gdLst/>
            <a:ahLst/>
            <a:rect l="0" t="0" r="r" b="b"/>
            <a:pathLst>
              <a:path w="186" h="901">
                <a:moveTo>
                  <a:pt x="0" y="0"/>
                </a:moveTo>
                <a:lnTo>
                  <a:pt x="186" y="0"/>
                </a:lnTo>
                <a:lnTo>
                  <a:pt x="186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961920" y="1470600"/>
            <a:ext cx="518184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Sua vez — exercício guiado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62120" y="2212920"/>
            <a:ext cx="44622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8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Preencha o mapa inteiro, não só o código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104840" y="2821320"/>
            <a:ext cx="7596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Enunciado: "Dado um array de preços, devolva o total já com 10% de desconto."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3181320" y="5057640"/>
            <a:ext cx="371520" cy="276480"/>
          </a:xfrm>
          <a:custGeom>
            <a:avLst/>
            <a:gdLst/>
            <a:ahLst/>
            <a:rect l="0" t="0" r="r" b="b"/>
            <a:pathLst>
              <a:path w="1032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73" y="0"/>
                </a:lnTo>
                <a:cubicBezTo>
                  <a:pt x="883" y="0"/>
                  <a:pt x="893" y="1"/>
                  <a:pt x="904" y="3"/>
                </a:cubicBezTo>
                <a:cubicBezTo>
                  <a:pt x="914" y="5"/>
                  <a:pt x="924" y="8"/>
                  <a:pt x="933" y="12"/>
                </a:cubicBezTo>
                <a:cubicBezTo>
                  <a:pt x="943" y="16"/>
                  <a:pt x="952" y="21"/>
                  <a:pt x="962" y="27"/>
                </a:cubicBezTo>
                <a:cubicBezTo>
                  <a:pt x="971" y="32"/>
                  <a:pt x="979" y="39"/>
                  <a:pt x="986" y="46"/>
                </a:cubicBezTo>
                <a:cubicBezTo>
                  <a:pt x="993" y="54"/>
                  <a:pt x="1000" y="62"/>
                  <a:pt x="1006" y="70"/>
                </a:cubicBezTo>
                <a:cubicBezTo>
                  <a:pt x="1011" y="79"/>
                  <a:pt x="1016" y="88"/>
                  <a:pt x="1020" y="98"/>
                </a:cubicBezTo>
                <a:cubicBezTo>
                  <a:pt x="1024" y="108"/>
                  <a:pt x="1027" y="117"/>
                  <a:pt x="1029" y="128"/>
                </a:cubicBezTo>
                <a:cubicBezTo>
                  <a:pt x="1031" y="138"/>
                  <a:pt x="1032" y="149"/>
                  <a:pt x="1032" y="160"/>
                </a:cubicBezTo>
                <a:lnTo>
                  <a:pt x="1032" y="609"/>
                </a:lnTo>
                <a:cubicBezTo>
                  <a:pt x="1032" y="620"/>
                  <a:pt x="1031" y="630"/>
                  <a:pt x="1029" y="640"/>
                </a:cubicBezTo>
                <a:cubicBezTo>
                  <a:pt x="1027" y="651"/>
                  <a:pt x="1024" y="661"/>
                  <a:pt x="1020" y="670"/>
                </a:cubicBezTo>
                <a:cubicBezTo>
                  <a:pt x="1016" y="680"/>
                  <a:pt x="1011" y="689"/>
                  <a:pt x="1006" y="698"/>
                </a:cubicBezTo>
                <a:cubicBezTo>
                  <a:pt x="1000" y="706"/>
                  <a:pt x="993" y="714"/>
                  <a:pt x="986" y="722"/>
                </a:cubicBezTo>
                <a:cubicBezTo>
                  <a:pt x="979" y="729"/>
                  <a:pt x="971" y="736"/>
                  <a:pt x="962" y="741"/>
                </a:cubicBezTo>
                <a:cubicBezTo>
                  <a:pt x="952" y="747"/>
                  <a:pt x="943" y="752"/>
                  <a:pt x="933" y="756"/>
                </a:cubicBezTo>
                <a:cubicBezTo>
                  <a:pt x="924" y="760"/>
                  <a:pt x="914" y="763"/>
                  <a:pt x="904" y="765"/>
                </a:cubicBezTo>
                <a:cubicBezTo>
                  <a:pt x="893" y="767"/>
                  <a:pt x="883" y="768"/>
                  <a:pt x="873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1" y="736"/>
                  <a:pt x="53" y="729"/>
                  <a:pt x="46" y="722"/>
                </a:cubicBezTo>
                <a:cubicBezTo>
                  <a:pt x="39" y="714"/>
                  <a:pt x="32" y="706"/>
                  <a:pt x="26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104840" y="5031000"/>
            <a:ext cx="2256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Quem for direto para o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255480" y="5065200"/>
            <a:ext cx="243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for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549960" y="5031000"/>
            <a:ext cx="1785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: volte ao campo 1.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90520" y="3297600"/>
            <a:ext cx="3945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Campo 1: entrada? saída? dois exemplos?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952560" y="32868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190520" y="3716640"/>
            <a:ext cx="434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Campo 2: o que guardar? valor ou referência?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52560" y="370584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90520" y="4135680"/>
            <a:ext cx="3987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Campo 3: quais os passos, em português?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52560" y="412488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90520" y="4554720"/>
            <a:ext cx="4379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Campos 4, 5, 6: código, rastreio e conferência.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952560" y="45439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1748240" y="6458400"/>
            <a:ext cx="20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77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"/>
          <p:cNvSpPr/>
          <p:nvPr/>
        </p:nvSpPr>
        <p:spPr>
          <a:xfrm>
            <a:off x="761760" y="222876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961920" y="2184840"/>
            <a:ext cx="262980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Erros comuns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190520" y="2964240"/>
            <a:ext cx="5473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Pular para o código sem fazer entender / dados / passos.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6485040" y="2964240"/>
            <a:ext cx="2792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(a causa-raiz do travamento)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52560" y="295308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90520" y="3383280"/>
            <a:ext cx="5355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Não definir entrada/saída concretas — ficar no abstrato.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952560" y="337248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190520" y="3802320"/>
            <a:ext cx="7157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Tentar resolver o problema inteiro de uma vez, em vez de fatiar em passos.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952560" y="37915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190520" y="4221360"/>
            <a:ext cx="4403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Não conferir com um exemplo antes de rodar.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52560" y="421056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1748240" y="6458400"/>
            <a:ext cx="20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93" name=""/>
          <p:cNvPicPr/>
          <p:nvPr/>
        </p:nvPicPr>
        <p:blipFill>
          <a:blip r:embed="rId1"/>
          <a:stretch/>
        </p:blipFill>
        <p:spPr>
          <a:xfrm>
            <a:off x="-5040" y="0"/>
            <a:ext cx="12202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761760" y="2085840"/>
            <a:ext cx="57600" cy="628920"/>
          </a:xfrm>
          <a:custGeom>
            <a:avLst/>
            <a:gdLst/>
            <a:ahLst/>
            <a:rect l="0" t="0" r="r" b="b"/>
            <a:pathLst>
              <a:path w="160" h="1747">
                <a:moveTo>
                  <a:pt x="0" y="0"/>
                </a:moveTo>
                <a:lnTo>
                  <a:pt x="160" y="0"/>
                </a:lnTo>
                <a:lnTo>
                  <a:pt x="1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78c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61760" y="4124160"/>
            <a:ext cx="66960" cy="648000"/>
          </a:xfrm>
          <a:custGeom>
            <a:avLst/>
            <a:gdLst/>
            <a:ahLst/>
            <a:rect l="0" t="0" r="r" b="b"/>
            <a:pathLst>
              <a:path w="186" h="1800">
                <a:moveTo>
                  <a:pt x="0" y="0"/>
                </a:moveTo>
                <a:lnTo>
                  <a:pt x="186" y="0"/>
                </a:lnTo>
                <a:lnTo>
                  <a:pt x="186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pt-B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61920" y="2042280"/>
            <a:ext cx="589752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Resumo — e o que vem depois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04840" y="4135680"/>
            <a:ext cx="10178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Agora não falta mais método — falta repetição. Quanto mais enunciados vocês decompõem, mais rápido 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104840" y="4459680"/>
            <a:ext cx="1775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mapa vira instinto.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190520" y="2821320"/>
            <a:ext cx="4924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 Mapa de Decomposição tem 6 campos: entender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866200" y="28544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069240" y="2821320"/>
            <a:ext cx="688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dados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6730200" y="28544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933600" y="2821320"/>
            <a:ext cx="758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passos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689240" y="28544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7892280" y="2821320"/>
            <a:ext cx="750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código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8609400" y="28544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8812440" y="2821320"/>
            <a:ext cx="846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rastreio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9599760" y="2854440"/>
            <a:ext cx="203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802800" y="2821320"/>
            <a:ext cx="856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 conferir.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952560" y="281052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190520" y="3240360"/>
            <a:ext cx="5403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Código é o campo 4 — fácil quando 1–3 já estão prontos.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52560" y="322956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190520" y="3659400"/>
            <a:ext cx="8019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Os campos reusam a Aula 1: memória (dados), execução (passos), rastreio (conferir).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952560" y="3648600"/>
            <a:ext cx="177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78c043"/>
                </a:solidFill>
                <a:effectLst/>
                <a:uFillTx/>
                <a:latin typeface="Roboto"/>
                <a:ea typeface="Roboto"/>
              </a:rPr>
              <a:t>●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1748240" y="6458400"/>
            <a:ext cx="20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cp:revision>0</cp:revision>
  <dc:subject/>
  <dc:title/>
</cp:coreProperties>
</file>